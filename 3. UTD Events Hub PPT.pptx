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Fira Sans Extra Condensed Medium"/>
      <p:regular r:id="rId16"/>
      <p:bold r:id="rId17"/>
      <p:italic r:id="rId18"/>
      <p:boldItalic r:id="rId19"/>
    </p:embeddedFont>
    <p:embeddedFont>
      <p:font typeface="Fira Sans Extra Condensed Light"/>
      <p:regular r:id="rId20"/>
      <p:bold r:id="rId21"/>
      <p:italic r:id="rId22"/>
      <p:boldItalic r:id="rId23"/>
    </p:embeddedFont>
    <p:embeddedFont>
      <p:font typeface="Roboto Condensed"/>
      <p:regular r:id="rId24"/>
      <p:bold r:id="rId25"/>
      <p:italic r:id="rId26"/>
      <p:boldItalic r:id="rId27"/>
    </p:embeddedFont>
    <p:embeddedFont>
      <p:font typeface="Righteous"/>
      <p:regular r:id="rId28"/>
    </p:embeddedFont>
    <p:embeddedFont>
      <p:font typeface="Squada One"/>
      <p:regular r:id="rId29"/>
    </p:embeddedFont>
    <p:embeddedFont>
      <p:font typeface="Roboto Condensed Light"/>
      <p:regular r:id="rId30"/>
      <p:bold r:id="rId31"/>
      <p:italic r:id="rId32"/>
      <p:boldItalic r:id="rId33"/>
    </p:embeddedFont>
    <p:embeddedFont>
      <p:font typeface="Fira Sans Extra Condense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Light-regular.fntdata"/><Relationship Id="rId22" Type="http://schemas.openxmlformats.org/officeDocument/2006/relationships/font" Target="fonts/FiraSansExtraCondensedLight-italic.fntdata"/><Relationship Id="rId21" Type="http://schemas.openxmlformats.org/officeDocument/2006/relationships/font" Target="fonts/FiraSansExtraCondensedLight-bold.fntdata"/><Relationship Id="rId24" Type="http://schemas.openxmlformats.org/officeDocument/2006/relationships/font" Target="fonts/RobotoCondensed-regular.fntdata"/><Relationship Id="rId23" Type="http://schemas.openxmlformats.org/officeDocument/2006/relationships/font" Target="fonts/FiraSansExtraCondensedL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Condensed-italic.fntdata"/><Relationship Id="rId25" Type="http://schemas.openxmlformats.org/officeDocument/2006/relationships/font" Target="fonts/RobotoCondensed-bold.fntdata"/><Relationship Id="rId28" Type="http://schemas.openxmlformats.org/officeDocument/2006/relationships/font" Target="fonts/Righteous-regular.fntdata"/><Relationship Id="rId27" Type="http://schemas.openxmlformats.org/officeDocument/2006/relationships/font" Target="fonts/RobotoCondense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quadaOne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CondensedLight-bold.fntdata"/><Relationship Id="rId30" Type="http://schemas.openxmlformats.org/officeDocument/2006/relationships/font" Target="fonts/RobotoCondensedLight-regular.fntdata"/><Relationship Id="rId11" Type="http://schemas.openxmlformats.org/officeDocument/2006/relationships/slide" Target="slides/slide7.xml"/><Relationship Id="rId33" Type="http://schemas.openxmlformats.org/officeDocument/2006/relationships/font" Target="fonts/RobotoCondensedLight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CondensedLight-italic.fntdata"/><Relationship Id="rId13" Type="http://schemas.openxmlformats.org/officeDocument/2006/relationships/slide" Target="slides/slide9.xml"/><Relationship Id="rId35" Type="http://schemas.openxmlformats.org/officeDocument/2006/relationships/font" Target="fonts/FiraSansExtraCondensed-bold.fntdata"/><Relationship Id="rId12" Type="http://schemas.openxmlformats.org/officeDocument/2006/relationships/slide" Target="slides/slide8.xml"/><Relationship Id="rId34" Type="http://schemas.openxmlformats.org/officeDocument/2006/relationships/font" Target="fonts/FiraSansExtraCondensed-regular.fntdata"/><Relationship Id="rId15" Type="http://schemas.openxmlformats.org/officeDocument/2006/relationships/slide" Target="slides/slide11.xml"/><Relationship Id="rId37" Type="http://schemas.openxmlformats.org/officeDocument/2006/relationships/font" Target="fonts/FiraSansExtraCondensed-boldItalic.fntdata"/><Relationship Id="rId14" Type="http://schemas.openxmlformats.org/officeDocument/2006/relationships/slide" Target="slides/slide10.xml"/><Relationship Id="rId36" Type="http://schemas.openxmlformats.org/officeDocument/2006/relationships/font" Target="fonts/FiraSansExtraCondensed-italic.fntdata"/><Relationship Id="rId17" Type="http://schemas.openxmlformats.org/officeDocument/2006/relationships/font" Target="fonts/FiraSansExtraCondensedMedium-bold.fntdata"/><Relationship Id="rId16" Type="http://schemas.openxmlformats.org/officeDocument/2006/relationships/font" Target="fonts/FiraSansExtraCondensedMedium-regular.fntdata"/><Relationship Id="rId19" Type="http://schemas.openxmlformats.org/officeDocument/2006/relationships/font" Target="fonts/FiraSansExtraCondensedMedium-boldItalic.fntdata"/><Relationship Id="rId18" Type="http://schemas.openxmlformats.org/officeDocument/2006/relationships/font" Target="fonts/FiraSansExtraCondensed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5d2cabac8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5d2cabac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57095241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557095241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5d16254f0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55d16254f0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557095241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557095241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57095241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57095241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4becc0c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4becc0c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557095241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557095241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57095241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57095241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4ba15ed81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54ba15ed8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557095241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557095241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55e7858a94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55e7858a94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PENING" type="title">
  <p:cSld name="TITL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1244"/>
          <a:stretch/>
        </p:blipFill>
        <p:spPr>
          <a:xfrm>
            <a:off x="0" y="0"/>
            <a:ext cx="9144000" cy="507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 flipH="1">
            <a:off x="1375550" y="3092475"/>
            <a:ext cx="6393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 flipH="1">
            <a:off x="2750257" y="3636375"/>
            <a:ext cx="36435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1690457" y="204001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2051807" y="25014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ctrTitle"/>
          </p:nvPr>
        </p:nvSpPr>
        <p:spPr>
          <a:xfrm>
            <a:off x="1690457" y="3587138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2051807" y="40486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ctrTitle"/>
          </p:nvPr>
        </p:nvSpPr>
        <p:spPr>
          <a:xfrm>
            <a:off x="4824357" y="204001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5185707" y="25014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ctrTitle"/>
          </p:nvPr>
        </p:nvSpPr>
        <p:spPr>
          <a:xfrm>
            <a:off x="4824357" y="3587138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5185707" y="40486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8" type="ctrTitle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9" type="title"/>
          </p:nvPr>
        </p:nvSpPr>
        <p:spPr>
          <a:xfrm>
            <a:off x="2128157" y="16194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hasCustomPrompt="1" idx="13" type="title"/>
          </p:nvPr>
        </p:nvSpPr>
        <p:spPr>
          <a:xfrm>
            <a:off x="2128157" y="316656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hasCustomPrompt="1" idx="14" type="title"/>
          </p:nvPr>
        </p:nvSpPr>
        <p:spPr>
          <a:xfrm>
            <a:off x="5262057" y="16194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/>
          <p:nvPr>
            <p:ph hasCustomPrompt="1" idx="15" type="title"/>
          </p:nvPr>
        </p:nvSpPr>
        <p:spPr>
          <a:xfrm>
            <a:off x="5262057" y="316656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cxnSp>
        <p:nvCxnSpPr>
          <p:cNvPr id="27" name="Google Shape;27;p3"/>
          <p:cNvCxnSpPr/>
          <p:nvPr/>
        </p:nvCxnSpPr>
        <p:spPr>
          <a:xfrm>
            <a:off x="2273400" y="2242363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2273400" y="3804313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CUSTOM_2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>
            <a:off x="-8079" y="-15958"/>
            <a:ext cx="2200651" cy="21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type="ctrTitle"/>
          </p:nvPr>
        </p:nvSpPr>
        <p:spPr>
          <a:xfrm flipH="1">
            <a:off x="-100" y="507400"/>
            <a:ext cx="83949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+ TEXT">
  <p:cSld name="CUSTOM_2_1_2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>
            <a:off x="-8079" y="-15958"/>
            <a:ext cx="2200651" cy="21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type="ctrTitle"/>
          </p:nvPr>
        </p:nvSpPr>
        <p:spPr>
          <a:xfrm flipH="1">
            <a:off x="-100" y="507400"/>
            <a:ext cx="83949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>
            <a:off x="6603225" y="2224175"/>
            <a:ext cx="2058600" cy="902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36" name="Google Shape;36;p5"/>
          <p:cNvSpPr txBox="1"/>
          <p:nvPr>
            <p:ph hasCustomPrompt="1" idx="2" type="title"/>
          </p:nvPr>
        </p:nvSpPr>
        <p:spPr>
          <a:xfrm>
            <a:off x="6786025" y="2341875"/>
            <a:ext cx="1692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6679232" y="27592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5"/>
          <p:cNvSpPr/>
          <p:nvPr/>
        </p:nvSpPr>
        <p:spPr>
          <a:xfrm>
            <a:off x="4439025" y="2224175"/>
            <a:ext cx="2058600" cy="902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39" name="Google Shape;39;p5"/>
          <p:cNvSpPr txBox="1"/>
          <p:nvPr>
            <p:ph hasCustomPrompt="1" idx="3" type="title"/>
          </p:nvPr>
        </p:nvSpPr>
        <p:spPr>
          <a:xfrm>
            <a:off x="4621825" y="2341875"/>
            <a:ext cx="1692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0" name="Google Shape;40;p5"/>
          <p:cNvSpPr txBox="1"/>
          <p:nvPr>
            <p:ph idx="4" type="subTitle"/>
          </p:nvPr>
        </p:nvSpPr>
        <p:spPr>
          <a:xfrm>
            <a:off x="4515032" y="27592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" name="Google Shape;41;p5"/>
          <p:cNvSpPr/>
          <p:nvPr/>
        </p:nvSpPr>
        <p:spPr>
          <a:xfrm>
            <a:off x="6603225" y="3249050"/>
            <a:ext cx="2058600" cy="902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42" name="Google Shape;42;p5"/>
          <p:cNvSpPr txBox="1"/>
          <p:nvPr>
            <p:ph hasCustomPrompt="1" idx="5" type="title"/>
          </p:nvPr>
        </p:nvSpPr>
        <p:spPr>
          <a:xfrm>
            <a:off x="6786025" y="3366750"/>
            <a:ext cx="1692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5"/>
          <p:cNvSpPr txBox="1"/>
          <p:nvPr>
            <p:ph idx="6" type="subTitle"/>
          </p:nvPr>
        </p:nvSpPr>
        <p:spPr>
          <a:xfrm>
            <a:off x="6679232" y="37841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>
            <a:off x="4439025" y="3249050"/>
            <a:ext cx="2058600" cy="902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45" name="Google Shape;45;p5"/>
          <p:cNvSpPr txBox="1"/>
          <p:nvPr>
            <p:ph hasCustomPrompt="1" idx="7" type="title"/>
          </p:nvPr>
        </p:nvSpPr>
        <p:spPr>
          <a:xfrm>
            <a:off x="4621825" y="3366750"/>
            <a:ext cx="1692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5"/>
          <p:cNvSpPr txBox="1"/>
          <p:nvPr>
            <p:ph idx="8" type="subTitle"/>
          </p:nvPr>
        </p:nvSpPr>
        <p:spPr>
          <a:xfrm>
            <a:off x="4515032" y="37841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5"/>
          <p:cNvSpPr/>
          <p:nvPr/>
        </p:nvSpPr>
        <p:spPr>
          <a:xfrm>
            <a:off x="1515950" y="1321325"/>
            <a:ext cx="2058600" cy="902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48" name="Google Shape;48;p5"/>
          <p:cNvSpPr txBox="1"/>
          <p:nvPr>
            <p:ph hasCustomPrompt="1" idx="9" type="title"/>
          </p:nvPr>
        </p:nvSpPr>
        <p:spPr>
          <a:xfrm>
            <a:off x="1698750" y="1439025"/>
            <a:ext cx="1692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5"/>
          <p:cNvSpPr txBox="1"/>
          <p:nvPr>
            <p:ph idx="13" type="subTitle"/>
          </p:nvPr>
        </p:nvSpPr>
        <p:spPr>
          <a:xfrm>
            <a:off x="1591957" y="18563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 rot="10800000">
            <a:off x="6951421" y="3013096"/>
            <a:ext cx="2200651" cy="2138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>
            <a:off x="-8079" y="-15958"/>
            <a:ext cx="2200651" cy="21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ctrTitle"/>
          </p:nvPr>
        </p:nvSpPr>
        <p:spPr>
          <a:xfrm flipH="1">
            <a:off x="355600" y="2236500"/>
            <a:ext cx="3956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4837600" y="1329975"/>
            <a:ext cx="3576600" cy="248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2FFB7"/>
              </a:buClr>
              <a:buSzPts val="800"/>
              <a:buFont typeface="Nunito Light"/>
              <a:buChar char="◂"/>
              <a:defRPr sz="12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◂"/>
              <a:defRPr sz="12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◂"/>
              <a:defRPr sz="12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◂"/>
              <a:defRPr sz="12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2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12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12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2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>
            <a:off x="4572000" y="1228200"/>
            <a:ext cx="0" cy="268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 rot="10800000">
            <a:off x="5545433" y="1663076"/>
            <a:ext cx="3614626" cy="351234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1" type="subTitle"/>
          </p:nvPr>
        </p:nvSpPr>
        <p:spPr>
          <a:xfrm>
            <a:off x="1397425" y="2809300"/>
            <a:ext cx="3012600" cy="1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9" name="Google Shape;59;p7"/>
          <p:cNvCxnSpPr/>
          <p:nvPr/>
        </p:nvCxnSpPr>
        <p:spPr>
          <a:xfrm>
            <a:off x="3444375" y="2693550"/>
            <a:ext cx="179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7"/>
          <p:cNvSpPr txBox="1"/>
          <p:nvPr>
            <p:ph type="ctrTitle"/>
          </p:nvPr>
        </p:nvSpPr>
        <p:spPr>
          <a:xfrm flipH="1">
            <a:off x="2714084" y="1890188"/>
            <a:ext cx="3956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78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CUSTOM_3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8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 flipH="1">
            <a:off x="6951325" y="-15958"/>
            <a:ext cx="2200651" cy="21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>
            <p:ph type="ctrTitle"/>
          </p:nvPr>
        </p:nvSpPr>
        <p:spPr>
          <a:xfrm>
            <a:off x="749100" y="507400"/>
            <a:ext cx="83949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2" type="ctrTitle"/>
          </p:nvPr>
        </p:nvSpPr>
        <p:spPr>
          <a:xfrm>
            <a:off x="2750155" y="180212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1" type="subTitle"/>
          </p:nvPr>
        </p:nvSpPr>
        <p:spPr>
          <a:xfrm>
            <a:off x="2750119" y="2263575"/>
            <a:ext cx="1570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3" type="ctrTitle"/>
          </p:nvPr>
        </p:nvSpPr>
        <p:spPr>
          <a:xfrm>
            <a:off x="4800201" y="180212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4800165" y="2263575"/>
            <a:ext cx="1570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5" type="ctrTitle"/>
          </p:nvPr>
        </p:nvSpPr>
        <p:spPr>
          <a:xfrm>
            <a:off x="3794948" y="3600050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6" type="subTitle"/>
          </p:nvPr>
        </p:nvSpPr>
        <p:spPr>
          <a:xfrm>
            <a:off x="3753025" y="4061500"/>
            <a:ext cx="16539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CUSTOM_4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9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>
            <a:off x="158" y="-15957"/>
            <a:ext cx="3614626" cy="351234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>
            <p:ph type="ctrTitle"/>
          </p:nvPr>
        </p:nvSpPr>
        <p:spPr>
          <a:xfrm>
            <a:off x="1250675" y="185142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3114750" y="2640476"/>
            <a:ext cx="29307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74" name="Google Shape;74;p9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5" name="Google Shape;75;p9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 rot="10800000">
            <a:off x="5545433" y="1663076"/>
            <a:ext cx="3614626" cy="351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5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0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>
            <a:off x="-8079" y="-15958"/>
            <a:ext cx="2200651" cy="21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0"/>
          <p:cNvSpPr txBox="1"/>
          <p:nvPr>
            <p:ph idx="1" type="subTitle"/>
          </p:nvPr>
        </p:nvSpPr>
        <p:spPr>
          <a:xfrm>
            <a:off x="2336855" y="2792539"/>
            <a:ext cx="20856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2" type="subTitle"/>
          </p:nvPr>
        </p:nvSpPr>
        <p:spPr>
          <a:xfrm>
            <a:off x="4721655" y="2806554"/>
            <a:ext cx="20856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 txBox="1"/>
          <p:nvPr>
            <p:ph type="ctrTitle"/>
          </p:nvPr>
        </p:nvSpPr>
        <p:spPr>
          <a:xfrm flipH="1">
            <a:off x="4721600" y="507400"/>
            <a:ext cx="36732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0"/>
          <p:cNvSpPr txBox="1"/>
          <p:nvPr>
            <p:ph idx="3" type="ctrTitle"/>
          </p:nvPr>
        </p:nvSpPr>
        <p:spPr>
          <a:xfrm>
            <a:off x="2229313" y="2712600"/>
            <a:ext cx="2300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4" type="ctrTitle"/>
          </p:nvPr>
        </p:nvSpPr>
        <p:spPr>
          <a:xfrm>
            <a:off x="4572000" y="2712600"/>
            <a:ext cx="2384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2">
  <p:cSld name="CUSTOM_6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ctrTitle"/>
          </p:nvPr>
        </p:nvSpPr>
        <p:spPr>
          <a:xfrm>
            <a:off x="1250675" y="185142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1" type="subTitle"/>
          </p:nvPr>
        </p:nvSpPr>
        <p:spPr>
          <a:xfrm>
            <a:off x="3114750" y="2640476"/>
            <a:ext cx="29307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6" name="Google Shape;86;p11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 flipH="1" rot="10800000">
            <a:off x="-15801" y="1663076"/>
            <a:ext cx="3614626" cy="351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1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 flipH="1">
            <a:off x="5545433" y="-15957"/>
            <a:ext cx="3614626" cy="351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CUSTOM_7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 flipH="1">
            <a:off x="6951325" y="-15958"/>
            <a:ext cx="2200651" cy="21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2"/>
          <p:cNvSpPr txBox="1"/>
          <p:nvPr>
            <p:ph type="ctrTitle"/>
          </p:nvPr>
        </p:nvSpPr>
        <p:spPr>
          <a:xfrm flipH="1">
            <a:off x="749100" y="500825"/>
            <a:ext cx="83949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7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 b="0" l="5336" r="40594" t="6603"/>
          <a:stretch/>
        </p:blipFill>
        <p:spPr>
          <a:xfrm flipH="1">
            <a:off x="6951325" y="-15958"/>
            <a:ext cx="2200651" cy="21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>
            <p:ph type="ctrTitle"/>
          </p:nvPr>
        </p:nvSpPr>
        <p:spPr>
          <a:xfrm flipH="1">
            <a:off x="749100" y="507400"/>
            <a:ext cx="83949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2" type="ctrTitle"/>
          </p:nvPr>
        </p:nvSpPr>
        <p:spPr>
          <a:xfrm>
            <a:off x="1690457" y="190831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" type="subTitle"/>
          </p:nvPr>
        </p:nvSpPr>
        <p:spPr>
          <a:xfrm>
            <a:off x="2051807" y="23697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3" type="ctrTitle"/>
          </p:nvPr>
        </p:nvSpPr>
        <p:spPr>
          <a:xfrm>
            <a:off x="1690457" y="341026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4" type="subTitle"/>
          </p:nvPr>
        </p:nvSpPr>
        <p:spPr>
          <a:xfrm>
            <a:off x="2051807" y="38717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" name="Google Shape;99;p13"/>
          <p:cNvSpPr txBox="1"/>
          <p:nvPr>
            <p:ph idx="5" type="ctrTitle"/>
          </p:nvPr>
        </p:nvSpPr>
        <p:spPr>
          <a:xfrm>
            <a:off x="4824357" y="190831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6" type="subTitle"/>
          </p:nvPr>
        </p:nvSpPr>
        <p:spPr>
          <a:xfrm>
            <a:off x="5185707" y="23697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7" type="ctrTitle"/>
          </p:nvPr>
        </p:nvSpPr>
        <p:spPr>
          <a:xfrm>
            <a:off x="4824357" y="341026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8" type="subTitle"/>
          </p:nvPr>
        </p:nvSpPr>
        <p:spPr>
          <a:xfrm>
            <a:off x="5185707" y="38717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03" name="Google Shape;103;p13"/>
          <p:cNvCxnSpPr/>
          <p:nvPr/>
        </p:nvCxnSpPr>
        <p:spPr>
          <a:xfrm>
            <a:off x="2273400" y="2110663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3"/>
          <p:cNvCxnSpPr/>
          <p:nvPr/>
        </p:nvCxnSpPr>
        <p:spPr>
          <a:xfrm>
            <a:off x="2273400" y="3627438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CUSTOM_9">
    <p:bg>
      <p:bgPr>
        <a:noFill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Squada One"/>
              <a:buNone/>
              <a:defRPr sz="2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Condensed Light"/>
              <a:buChar char="●"/>
              <a:defRPr sz="1800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●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●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23438" y="0"/>
            <a:ext cx="7897132" cy="51435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ctrTitle"/>
          </p:nvPr>
        </p:nvSpPr>
        <p:spPr>
          <a:xfrm flipH="1">
            <a:off x="2450550" y="3135450"/>
            <a:ext cx="4242900" cy="12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UTD EVENT HUB</a:t>
            </a:r>
            <a:endParaRPr>
              <a:highlight>
                <a:srgbClr val="008275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One Platform, All Campus Events</a:t>
            </a:r>
            <a:endParaRPr/>
          </a:p>
        </p:txBody>
      </p:sp>
      <p:pic>
        <p:nvPicPr>
          <p:cNvPr id="112" name="Google Shape;112;p16" title="temo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2075" y="1375600"/>
            <a:ext cx="1759850" cy="175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 rot="5400000">
            <a:off x="1441142" y="1760070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 rot="5400000">
            <a:off x="3571299" y="1726730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>
            <p:ph type="ctrTitle"/>
          </p:nvPr>
        </p:nvSpPr>
        <p:spPr>
          <a:xfrm>
            <a:off x="749100" y="507400"/>
            <a:ext cx="2973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MEET THE TEAM</a:t>
            </a:r>
            <a:endParaRPr>
              <a:highlight>
                <a:srgbClr val="008275"/>
              </a:highlight>
            </a:endParaRPr>
          </a:p>
        </p:txBody>
      </p:sp>
      <p:sp>
        <p:nvSpPr>
          <p:cNvPr id="120" name="Google Shape;120;p17"/>
          <p:cNvSpPr/>
          <p:nvPr/>
        </p:nvSpPr>
        <p:spPr>
          <a:xfrm rot="5400000">
            <a:off x="5701452" y="1726730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 txBox="1"/>
          <p:nvPr>
            <p:ph idx="2" type="ctrTitle"/>
          </p:nvPr>
        </p:nvSpPr>
        <p:spPr>
          <a:xfrm>
            <a:off x="5917050" y="2266500"/>
            <a:ext cx="1570200" cy="6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 </a:t>
            </a:r>
            <a:r>
              <a:rPr lang="es">
                <a:highlight>
                  <a:srgbClr val="008275"/>
                </a:highlight>
              </a:rPr>
              <a:t>SWARNA SRE  </a:t>
            </a:r>
            <a:endParaRPr>
              <a:highlight>
                <a:srgbClr val="008275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 GANESH SHANKAR</a:t>
            </a:r>
            <a:endParaRPr>
              <a:highlight>
                <a:srgbClr val="008275"/>
              </a:highlight>
            </a:endParaRPr>
          </a:p>
        </p:txBody>
      </p:sp>
      <p:sp>
        <p:nvSpPr>
          <p:cNvPr id="122" name="Google Shape;122;p17"/>
          <p:cNvSpPr txBox="1"/>
          <p:nvPr>
            <p:ph idx="2" type="ctrTitle"/>
          </p:nvPr>
        </p:nvSpPr>
        <p:spPr>
          <a:xfrm>
            <a:off x="1616725" y="2457750"/>
            <a:ext cx="15702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 HARSHA GUNDAVELLI </a:t>
            </a:r>
            <a:endParaRPr>
              <a:highlight>
                <a:srgbClr val="008275"/>
              </a:highlight>
            </a:endParaRPr>
          </a:p>
        </p:txBody>
      </p:sp>
      <p:sp>
        <p:nvSpPr>
          <p:cNvPr id="123" name="Google Shape;123;p17"/>
          <p:cNvSpPr txBox="1"/>
          <p:nvPr>
            <p:ph idx="2" type="ctrTitle"/>
          </p:nvPr>
        </p:nvSpPr>
        <p:spPr>
          <a:xfrm>
            <a:off x="3786900" y="2424400"/>
            <a:ext cx="15702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 EBRAHIM KHAN</a:t>
            </a:r>
            <a:endParaRPr>
              <a:highlight>
                <a:srgbClr val="008275"/>
              </a:highlight>
            </a:endParaRPr>
          </a:p>
        </p:txBody>
      </p:sp>
      <p:sp>
        <p:nvSpPr>
          <p:cNvPr id="124" name="Google Shape;124;p17"/>
          <p:cNvSpPr txBox="1"/>
          <p:nvPr>
            <p:ph idx="4294967295" type="ctrTitle"/>
          </p:nvPr>
        </p:nvSpPr>
        <p:spPr>
          <a:xfrm>
            <a:off x="5833953" y="3658546"/>
            <a:ext cx="17364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Web Scraping and Backend</a:t>
            </a:r>
            <a:endParaRPr sz="1500"/>
          </a:p>
        </p:txBody>
      </p:sp>
      <p:sp>
        <p:nvSpPr>
          <p:cNvPr id="125" name="Google Shape;125;p17"/>
          <p:cNvSpPr txBox="1"/>
          <p:nvPr>
            <p:ph idx="4294967295" type="ctrTitle"/>
          </p:nvPr>
        </p:nvSpPr>
        <p:spPr>
          <a:xfrm>
            <a:off x="3703803" y="3694321"/>
            <a:ext cx="17364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Frontend Design and Integration</a:t>
            </a:r>
            <a:endParaRPr sz="1500"/>
          </a:p>
        </p:txBody>
      </p:sp>
      <p:sp>
        <p:nvSpPr>
          <p:cNvPr id="126" name="Google Shape;126;p17"/>
          <p:cNvSpPr txBox="1"/>
          <p:nvPr>
            <p:ph idx="4294967295" type="ctrTitle"/>
          </p:nvPr>
        </p:nvSpPr>
        <p:spPr>
          <a:xfrm>
            <a:off x="1573650" y="3723702"/>
            <a:ext cx="17364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Instagram</a:t>
            </a:r>
            <a:r>
              <a:rPr lang="es" sz="1500"/>
              <a:t> Scraping and Backend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idx="8" type="ctrTitle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TABLE OF CONTENTS</a:t>
            </a:r>
            <a:endParaRPr>
              <a:highlight>
                <a:srgbClr val="008275"/>
              </a:highlight>
            </a:endParaRPr>
          </a:p>
        </p:txBody>
      </p:sp>
      <p:sp>
        <p:nvSpPr>
          <p:cNvPr id="132" name="Google Shape;132;p18"/>
          <p:cNvSpPr txBox="1"/>
          <p:nvPr>
            <p:ph type="ctrTitle"/>
          </p:nvPr>
        </p:nvSpPr>
        <p:spPr>
          <a:xfrm>
            <a:off x="1690457" y="204001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 &amp; SOLUTION</a:t>
            </a:r>
            <a:endParaRPr/>
          </a:p>
        </p:txBody>
      </p:sp>
      <p:sp>
        <p:nvSpPr>
          <p:cNvPr id="133" name="Google Shape;133;p18"/>
          <p:cNvSpPr txBox="1"/>
          <p:nvPr>
            <p:ph idx="9" type="title"/>
          </p:nvPr>
        </p:nvSpPr>
        <p:spPr>
          <a:xfrm>
            <a:off x="2128157" y="16194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sp>
        <p:nvSpPr>
          <p:cNvPr id="134" name="Google Shape;134;p18"/>
          <p:cNvSpPr txBox="1"/>
          <p:nvPr>
            <p:ph idx="2" type="ctrTitle"/>
          </p:nvPr>
        </p:nvSpPr>
        <p:spPr>
          <a:xfrm>
            <a:off x="1690457" y="3587138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ROADMAP</a:t>
            </a:r>
            <a:endParaRPr/>
          </a:p>
        </p:txBody>
      </p:sp>
      <p:sp>
        <p:nvSpPr>
          <p:cNvPr id="135" name="Google Shape;135;p18"/>
          <p:cNvSpPr txBox="1"/>
          <p:nvPr>
            <p:ph idx="13" type="title"/>
          </p:nvPr>
        </p:nvSpPr>
        <p:spPr>
          <a:xfrm>
            <a:off x="2128157" y="316656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03</a:t>
            </a:r>
            <a:endParaRPr/>
          </a:p>
        </p:txBody>
      </p:sp>
      <p:sp>
        <p:nvSpPr>
          <p:cNvPr id="136" name="Google Shape;136;p18"/>
          <p:cNvSpPr txBox="1"/>
          <p:nvPr>
            <p:ph idx="4" type="ctrTitle"/>
          </p:nvPr>
        </p:nvSpPr>
        <p:spPr>
          <a:xfrm>
            <a:off x="4824357" y="204001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TEAM EFFORT</a:t>
            </a:r>
            <a:endParaRPr/>
          </a:p>
        </p:txBody>
      </p:sp>
      <p:sp>
        <p:nvSpPr>
          <p:cNvPr id="137" name="Google Shape;137;p18"/>
          <p:cNvSpPr txBox="1"/>
          <p:nvPr>
            <p:ph idx="14" type="title"/>
          </p:nvPr>
        </p:nvSpPr>
        <p:spPr>
          <a:xfrm>
            <a:off x="5262057" y="16194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/>
          </a:p>
        </p:txBody>
      </p:sp>
      <p:sp>
        <p:nvSpPr>
          <p:cNvPr id="138" name="Google Shape;138;p18"/>
          <p:cNvSpPr txBox="1"/>
          <p:nvPr>
            <p:ph idx="6" type="ctrTitle"/>
          </p:nvPr>
        </p:nvSpPr>
        <p:spPr>
          <a:xfrm>
            <a:off x="4824357" y="3587138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</a:t>
            </a:r>
            <a:endParaRPr/>
          </a:p>
        </p:txBody>
      </p:sp>
      <p:sp>
        <p:nvSpPr>
          <p:cNvPr id="139" name="Google Shape;139;p18"/>
          <p:cNvSpPr txBox="1"/>
          <p:nvPr>
            <p:ph idx="15" type="title"/>
          </p:nvPr>
        </p:nvSpPr>
        <p:spPr>
          <a:xfrm>
            <a:off x="5262057" y="316656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ctrTitle"/>
          </p:nvPr>
        </p:nvSpPr>
        <p:spPr>
          <a:xfrm>
            <a:off x="1242600" y="1182500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PROBLEM</a:t>
            </a:r>
            <a:endParaRPr>
              <a:highlight>
                <a:srgbClr val="008275"/>
              </a:highlight>
            </a:endParaRPr>
          </a:p>
        </p:txBody>
      </p:sp>
      <p:sp>
        <p:nvSpPr>
          <p:cNvPr id="145" name="Google Shape;145;p19"/>
          <p:cNvSpPr txBox="1"/>
          <p:nvPr>
            <p:ph idx="1" type="subTitle"/>
          </p:nvPr>
        </p:nvSpPr>
        <p:spPr>
          <a:xfrm>
            <a:off x="2103450" y="2291500"/>
            <a:ext cx="5097000" cy="17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UTD events are scattered across multiple platforms (Comet Calendar, Instagram, Presence.io)</a:t>
            </a:r>
            <a:br>
              <a:rPr lang="es" sz="1400"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sz="1400">
              <a:highlight>
                <a:srgbClr val="11B0A7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No centralized hub for students to easily discover and keep track of all campus activities</a:t>
            </a:r>
            <a:br>
              <a:rPr lang="es" sz="1400"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sz="1400">
              <a:highlight>
                <a:srgbClr val="11B0A7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Important events are often missed due to lack of visibility </a:t>
            </a:r>
            <a:endParaRPr sz="1400">
              <a:highlight>
                <a:srgbClr val="11B0A7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ctrTitle"/>
          </p:nvPr>
        </p:nvSpPr>
        <p:spPr>
          <a:xfrm>
            <a:off x="1242600" y="124792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SOLUTION</a:t>
            </a:r>
            <a:endParaRPr>
              <a:highlight>
                <a:srgbClr val="008275"/>
              </a:highlight>
            </a:endParaRPr>
          </a:p>
        </p:txBody>
      </p:sp>
      <p:sp>
        <p:nvSpPr>
          <p:cNvPr id="151" name="Google Shape;151;p20"/>
          <p:cNvSpPr txBox="1"/>
          <p:nvPr>
            <p:ph idx="1" type="subTitle"/>
          </p:nvPr>
        </p:nvSpPr>
        <p:spPr>
          <a:xfrm>
            <a:off x="2023500" y="2240600"/>
            <a:ext cx="5097000" cy="17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UTD Event Hub: A unified platform that aggregates events from multiple sources into one place</a:t>
            </a:r>
            <a:br>
              <a:rPr lang="es" sz="1400"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sz="1400">
              <a:highlight>
                <a:srgbClr val="11B0A7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Features easy filtering by date, time, department, and event type</a:t>
            </a:r>
            <a:br>
              <a:rPr lang="es" sz="1400"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sz="1400">
              <a:highlight>
                <a:srgbClr val="11B0A7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Delivers a clean, user-friendly interface with real-time updates</a:t>
            </a:r>
            <a:endParaRPr sz="1400">
              <a:highlight>
                <a:srgbClr val="11B0A7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11B0A7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954950" y="1232550"/>
            <a:ext cx="1988100" cy="3070200"/>
          </a:xfrm>
          <a:prstGeom prst="rect">
            <a:avLst/>
          </a:prstGeom>
          <a:solidFill>
            <a:schemeClr val="dk2">
              <a:alpha val="11920"/>
            </a:scheme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3205650" y="1735825"/>
            <a:ext cx="1988100" cy="3070200"/>
          </a:xfrm>
          <a:prstGeom prst="rect">
            <a:avLst/>
          </a:prstGeom>
          <a:solidFill>
            <a:schemeClr val="dk2">
              <a:alpha val="11920"/>
            </a:scheme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5375500" y="1177900"/>
            <a:ext cx="1988100" cy="3124800"/>
          </a:xfrm>
          <a:prstGeom prst="rect">
            <a:avLst/>
          </a:prstGeom>
          <a:solidFill>
            <a:schemeClr val="dk2">
              <a:alpha val="11920"/>
            </a:scheme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159" name="Google Shape;159;p21"/>
          <p:cNvSpPr txBox="1"/>
          <p:nvPr>
            <p:ph type="ctrTitle"/>
          </p:nvPr>
        </p:nvSpPr>
        <p:spPr>
          <a:xfrm flipH="1">
            <a:off x="-100" y="507400"/>
            <a:ext cx="83949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USE CASES</a:t>
            </a:r>
            <a:endParaRPr>
              <a:highlight>
                <a:srgbClr val="008275"/>
              </a:highlight>
            </a:endParaRPr>
          </a:p>
        </p:txBody>
      </p:sp>
      <p:sp>
        <p:nvSpPr>
          <p:cNvPr id="160" name="Google Shape;160;p21"/>
          <p:cNvSpPr txBox="1"/>
          <p:nvPr/>
        </p:nvSpPr>
        <p:spPr>
          <a:xfrm flipH="1">
            <a:off x="5686825" y="1613213"/>
            <a:ext cx="1365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USER</a:t>
            </a:r>
            <a:r>
              <a:rPr lang="es" sz="1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3</a:t>
            </a:r>
            <a:endParaRPr sz="1600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 flipH="1">
            <a:off x="5456350" y="1908923"/>
            <a:ext cx="18264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50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ECS FACULTY</a:t>
            </a:r>
            <a:endParaRPr b="1" i="1" sz="150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2"/>
              </a:solidFill>
              <a:latin typeface="Fira Sans Extra Condensed Light"/>
              <a:ea typeface="Fira Sans Extra Condensed Light"/>
              <a:cs typeface="Fira Sans Extra Condensed Light"/>
              <a:sym typeface="Fira Sans Extra Condensed Light"/>
            </a:endParaRPr>
          </a:p>
        </p:txBody>
      </p:sp>
      <p:cxnSp>
        <p:nvCxnSpPr>
          <p:cNvPr id="162" name="Google Shape;162;p21"/>
          <p:cNvCxnSpPr/>
          <p:nvPr/>
        </p:nvCxnSpPr>
        <p:spPr>
          <a:xfrm>
            <a:off x="5884300" y="1964763"/>
            <a:ext cx="97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21"/>
          <p:cNvSpPr txBox="1"/>
          <p:nvPr/>
        </p:nvSpPr>
        <p:spPr>
          <a:xfrm flipH="1">
            <a:off x="3516975" y="2187025"/>
            <a:ext cx="1365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USER </a:t>
            </a:r>
            <a:r>
              <a:rPr lang="es" sz="1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</a:t>
            </a:r>
            <a:endParaRPr sz="1600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 flipH="1">
            <a:off x="3286500" y="2482736"/>
            <a:ext cx="18264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50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STUDENT ORG OFFICER</a:t>
            </a:r>
            <a:endParaRPr b="1" i="1" sz="150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65" name="Google Shape;165;p21"/>
          <p:cNvCxnSpPr/>
          <p:nvPr/>
        </p:nvCxnSpPr>
        <p:spPr>
          <a:xfrm>
            <a:off x="3714450" y="2538575"/>
            <a:ext cx="97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1"/>
          <p:cNvSpPr txBox="1"/>
          <p:nvPr/>
        </p:nvSpPr>
        <p:spPr>
          <a:xfrm flipH="1">
            <a:off x="1266350" y="1719513"/>
            <a:ext cx="1365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USER</a:t>
            </a:r>
            <a:r>
              <a:rPr lang="es" sz="1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1</a:t>
            </a:r>
            <a:endParaRPr sz="1600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 flipH="1">
            <a:off x="1035800" y="2015223"/>
            <a:ext cx="18264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50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BUSY STUDENT</a:t>
            </a:r>
            <a:endParaRPr b="1" i="1" sz="150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68" name="Google Shape;168;p21"/>
          <p:cNvCxnSpPr/>
          <p:nvPr/>
        </p:nvCxnSpPr>
        <p:spPr>
          <a:xfrm>
            <a:off x="1463750" y="2071063"/>
            <a:ext cx="97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9" name="Google Shape;169;p21"/>
          <p:cNvGrpSpPr/>
          <p:nvPr/>
        </p:nvGrpSpPr>
        <p:grpSpPr>
          <a:xfrm>
            <a:off x="6200761" y="1268390"/>
            <a:ext cx="295536" cy="334667"/>
            <a:chOff x="-57950750" y="2296300"/>
            <a:chExt cx="279625" cy="316650"/>
          </a:xfrm>
        </p:grpSpPr>
        <p:sp>
          <p:nvSpPr>
            <p:cNvPr id="170" name="Google Shape;170;p21"/>
            <p:cNvSpPr/>
            <p:nvPr/>
          </p:nvSpPr>
          <p:spPr>
            <a:xfrm>
              <a:off x="-57847575" y="2528075"/>
              <a:ext cx="73250" cy="29750"/>
            </a:xfrm>
            <a:custGeom>
              <a:rect b="b" l="l" r="r" t="t"/>
              <a:pathLst>
                <a:path extrusionOk="0" h="1190" w="2930">
                  <a:moveTo>
                    <a:pt x="414" y="0"/>
                  </a:moveTo>
                  <a:cubicBezTo>
                    <a:pt x="315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cubicBezTo>
                    <a:pt x="536" y="1000"/>
                    <a:pt x="1008" y="1189"/>
                    <a:pt x="1481" y="1189"/>
                  </a:cubicBezTo>
                  <a:cubicBezTo>
                    <a:pt x="1954" y="1189"/>
                    <a:pt x="2458" y="1000"/>
                    <a:pt x="2773" y="654"/>
                  </a:cubicBezTo>
                  <a:cubicBezTo>
                    <a:pt x="2930" y="496"/>
                    <a:pt x="2930" y="244"/>
                    <a:pt x="2773" y="118"/>
                  </a:cubicBezTo>
                  <a:cubicBezTo>
                    <a:pt x="2710" y="40"/>
                    <a:pt x="2623" y="0"/>
                    <a:pt x="2532" y="0"/>
                  </a:cubicBezTo>
                  <a:cubicBezTo>
                    <a:pt x="2442" y="0"/>
                    <a:pt x="2347" y="40"/>
                    <a:pt x="2269" y="118"/>
                  </a:cubicBezTo>
                  <a:cubicBezTo>
                    <a:pt x="2048" y="339"/>
                    <a:pt x="1733" y="433"/>
                    <a:pt x="1481" y="433"/>
                  </a:cubicBezTo>
                  <a:cubicBezTo>
                    <a:pt x="1197" y="433"/>
                    <a:pt x="882" y="339"/>
                    <a:pt x="693" y="118"/>
                  </a:cubicBezTo>
                  <a:cubicBezTo>
                    <a:pt x="615" y="40"/>
                    <a:pt x="512" y="0"/>
                    <a:pt x="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>
              <a:off x="-57857025" y="2446750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1"/>
            <p:cNvSpPr/>
            <p:nvPr/>
          </p:nvSpPr>
          <p:spPr>
            <a:xfrm>
              <a:off x="-57782200" y="2446750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1"/>
            <p:cNvSpPr/>
            <p:nvPr/>
          </p:nvSpPr>
          <p:spPr>
            <a:xfrm>
              <a:off x="-57950750" y="2296300"/>
              <a:ext cx="279625" cy="316650"/>
            </a:xfrm>
            <a:custGeom>
              <a:rect b="b" l="l" r="r" t="t"/>
              <a:pathLst>
                <a:path extrusionOk="0" h="12666" w="11185">
                  <a:moveTo>
                    <a:pt x="5639" y="694"/>
                  </a:moveTo>
                  <a:cubicBezTo>
                    <a:pt x="5955" y="694"/>
                    <a:pt x="6270" y="914"/>
                    <a:pt x="6333" y="1230"/>
                  </a:cubicBezTo>
                  <a:cubicBezTo>
                    <a:pt x="6381" y="1399"/>
                    <a:pt x="6523" y="1513"/>
                    <a:pt x="6701" y="1513"/>
                  </a:cubicBezTo>
                  <a:cubicBezTo>
                    <a:pt x="6754" y="1513"/>
                    <a:pt x="6810" y="1503"/>
                    <a:pt x="6868" y="1482"/>
                  </a:cubicBezTo>
                  <a:cubicBezTo>
                    <a:pt x="6931" y="1450"/>
                    <a:pt x="7057" y="1450"/>
                    <a:pt x="7120" y="1450"/>
                  </a:cubicBezTo>
                  <a:cubicBezTo>
                    <a:pt x="7435" y="1450"/>
                    <a:pt x="7719" y="1639"/>
                    <a:pt x="7845" y="1954"/>
                  </a:cubicBezTo>
                  <a:cubicBezTo>
                    <a:pt x="7876" y="2112"/>
                    <a:pt x="8034" y="2206"/>
                    <a:pt x="8191" y="2206"/>
                  </a:cubicBezTo>
                  <a:cubicBezTo>
                    <a:pt x="8632" y="2206"/>
                    <a:pt x="9010" y="2553"/>
                    <a:pt x="9010" y="3025"/>
                  </a:cubicBezTo>
                  <a:lnTo>
                    <a:pt x="9010" y="3970"/>
                  </a:lnTo>
                  <a:lnTo>
                    <a:pt x="8160" y="3088"/>
                  </a:lnTo>
                  <a:cubicBezTo>
                    <a:pt x="8084" y="3032"/>
                    <a:pt x="7986" y="2986"/>
                    <a:pt x="7885" y="2986"/>
                  </a:cubicBezTo>
                  <a:cubicBezTo>
                    <a:pt x="7818" y="2986"/>
                    <a:pt x="7750" y="3006"/>
                    <a:pt x="7687" y="3057"/>
                  </a:cubicBezTo>
                  <a:cubicBezTo>
                    <a:pt x="7073" y="3466"/>
                    <a:pt x="6364" y="3671"/>
                    <a:pt x="5655" y="3671"/>
                  </a:cubicBezTo>
                  <a:cubicBezTo>
                    <a:pt x="4946" y="3671"/>
                    <a:pt x="4237" y="3466"/>
                    <a:pt x="3623" y="3057"/>
                  </a:cubicBezTo>
                  <a:cubicBezTo>
                    <a:pt x="3560" y="3006"/>
                    <a:pt x="3492" y="2986"/>
                    <a:pt x="3425" y="2986"/>
                  </a:cubicBezTo>
                  <a:cubicBezTo>
                    <a:pt x="3324" y="2986"/>
                    <a:pt x="3226" y="3032"/>
                    <a:pt x="3151" y="3088"/>
                  </a:cubicBezTo>
                  <a:lnTo>
                    <a:pt x="2300" y="3970"/>
                  </a:lnTo>
                  <a:cubicBezTo>
                    <a:pt x="2268" y="3293"/>
                    <a:pt x="2253" y="3191"/>
                    <a:pt x="2245" y="3191"/>
                  </a:cubicBezTo>
                  <a:cubicBezTo>
                    <a:pt x="2241" y="3191"/>
                    <a:pt x="2239" y="3210"/>
                    <a:pt x="2238" y="3210"/>
                  </a:cubicBezTo>
                  <a:cubicBezTo>
                    <a:pt x="2237" y="3210"/>
                    <a:pt x="2237" y="3177"/>
                    <a:pt x="2237" y="3025"/>
                  </a:cubicBezTo>
                  <a:cubicBezTo>
                    <a:pt x="2237" y="2584"/>
                    <a:pt x="2615" y="2206"/>
                    <a:pt x="3088" y="2206"/>
                  </a:cubicBezTo>
                  <a:cubicBezTo>
                    <a:pt x="3245" y="2206"/>
                    <a:pt x="3403" y="2080"/>
                    <a:pt x="3434" y="1954"/>
                  </a:cubicBezTo>
                  <a:cubicBezTo>
                    <a:pt x="3560" y="1639"/>
                    <a:pt x="3812" y="1450"/>
                    <a:pt x="4127" y="1450"/>
                  </a:cubicBezTo>
                  <a:cubicBezTo>
                    <a:pt x="4222" y="1450"/>
                    <a:pt x="4348" y="1450"/>
                    <a:pt x="4411" y="1482"/>
                  </a:cubicBezTo>
                  <a:cubicBezTo>
                    <a:pt x="4449" y="1494"/>
                    <a:pt x="4491" y="1501"/>
                    <a:pt x="4532" y="1501"/>
                  </a:cubicBezTo>
                  <a:cubicBezTo>
                    <a:pt x="4695" y="1501"/>
                    <a:pt x="4865" y="1405"/>
                    <a:pt x="4915" y="1230"/>
                  </a:cubicBezTo>
                  <a:cubicBezTo>
                    <a:pt x="5009" y="914"/>
                    <a:pt x="5324" y="694"/>
                    <a:pt x="5639" y="694"/>
                  </a:cubicBezTo>
                  <a:close/>
                  <a:moveTo>
                    <a:pt x="1512" y="5955"/>
                  </a:moveTo>
                  <a:lnTo>
                    <a:pt x="1512" y="7467"/>
                  </a:lnTo>
                  <a:cubicBezTo>
                    <a:pt x="1071" y="7467"/>
                    <a:pt x="756" y="7152"/>
                    <a:pt x="756" y="6711"/>
                  </a:cubicBezTo>
                  <a:cubicBezTo>
                    <a:pt x="756" y="6333"/>
                    <a:pt x="1103" y="5955"/>
                    <a:pt x="1512" y="5955"/>
                  </a:cubicBezTo>
                  <a:close/>
                  <a:moveTo>
                    <a:pt x="9704" y="5955"/>
                  </a:moveTo>
                  <a:cubicBezTo>
                    <a:pt x="10082" y="5955"/>
                    <a:pt x="10428" y="6302"/>
                    <a:pt x="10428" y="6711"/>
                  </a:cubicBezTo>
                  <a:cubicBezTo>
                    <a:pt x="10428" y="7152"/>
                    <a:pt x="10113" y="7467"/>
                    <a:pt x="9704" y="7467"/>
                  </a:cubicBezTo>
                  <a:lnTo>
                    <a:pt x="9704" y="5955"/>
                  </a:lnTo>
                  <a:close/>
                  <a:moveTo>
                    <a:pt x="7813" y="3813"/>
                  </a:moveTo>
                  <a:lnTo>
                    <a:pt x="8979" y="5042"/>
                  </a:lnTo>
                  <a:lnTo>
                    <a:pt x="8979" y="8224"/>
                  </a:lnTo>
                  <a:lnTo>
                    <a:pt x="7971" y="8224"/>
                  </a:lnTo>
                  <a:cubicBezTo>
                    <a:pt x="7230" y="7767"/>
                    <a:pt x="6411" y="7538"/>
                    <a:pt x="5600" y="7538"/>
                  </a:cubicBezTo>
                  <a:cubicBezTo>
                    <a:pt x="4789" y="7538"/>
                    <a:pt x="3985" y="7767"/>
                    <a:pt x="3277" y="8224"/>
                  </a:cubicBezTo>
                  <a:lnTo>
                    <a:pt x="2237" y="8224"/>
                  </a:lnTo>
                  <a:lnTo>
                    <a:pt x="2237" y="5042"/>
                  </a:lnTo>
                  <a:lnTo>
                    <a:pt x="3434" y="3813"/>
                  </a:lnTo>
                  <a:cubicBezTo>
                    <a:pt x="4096" y="4207"/>
                    <a:pt x="4844" y="4404"/>
                    <a:pt x="5600" y="4404"/>
                  </a:cubicBezTo>
                  <a:cubicBezTo>
                    <a:pt x="6356" y="4404"/>
                    <a:pt x="7120" y="4207"/>
                    <a:pt x="7813" y="3813"/>
                  </a:cubicBezTo>
                  <a:close/>
                  <a:moveTo>
                    <a:pt x="5576" y="8302"/>
                  </a:moveTo>
                  <a:cubicBezTo>
                    <a:pt x="6285" y="8302"/>
                    <a:pt x="6994" y="8507"/>
                    <a:pt x="7593" y="8917"/>
                  </a:cubicBezTo>
                  <a:cubicBezTo>
                    <a:pt x="7687" y="8980"/>
                    <a:pt x="7719" y="8980"/>
                    <a:pt x="7813" y="8980"/>
                  </a:cubicBezTo>
                  <a:lnTo>
                    <a:pt x="8916" y="8980"/>
                  </a:lnTo>
                  <a:cubicBezTo>
                    <a:pt x="8758" y="10649"/>
                    <a:pt x="7341" y="11973"/>
                    <a:pt x="5608" y="11973"/>
                  </a:cubicBezTo>
                  <a:cubicBezTo>
                    <a:pt x="3875" y="11973"/>
                    <a:pt x="2457" y="10649"/>
                    <a:pt x="2237" y="8980"/>
                  </a:cubicBezTo>
                  <a:lnTo>
                    <a:pt x="3340" y="8980"/>
                  </a:lnTo>
                  <a:cubicBezTo>
                    <a:pt x="3434" y="8980"/>
                    <a:pt x="3466" y="8980"/>
                    <a:pt x="3560" y="8917"/>
                  </a:cubicBezTo>
                  <a:cubicBezTo>
                    <a:pt x="4159" y="8507"/>
                    <a:pt x="4868" y="8302"/>
                    <a:pt x="5576" y="8302"/>
                  </a:cubicBezTo>
                  <a:close/>
                  <a:moveTo>
                    <a:pt x="5608" y="1"/>
                  </a:moveTo>
                  <a:cubicBezTo>
                    <a:pt x="5041" y="1"/>
                    <a:pt x="4568" y="316"/>
                    <a:pt x="4285" y="725"/>
                  </a:cubicBezTo>
                  <a:cubicBezTo>
                    <a:pt x="4231" y="720"/>
                    <a:pt x="4178" y="717"/>
                    <a:pt x="4125" y="717"/>
                  </a:cubicBezTo>
                  <a:cubicBezTo>
                    <a:pt x="3560" y="717"/>
                    <a:pt x="3063" y="1020"/>
                    <a:pt x="2804" y="1482"/>
                  </a:cubicBezTo>
                  <a:cubicBezTo>
                    <a:pt x="2048" y="1608"/>
                    <a:pt x="1512" y="2238"/>
                    <a:pt x="1512" y="3025"/>
                  </a:cubicBezTo>
                  <a:lnTo>
                    <a:pt x="1512" y="5231"/>
                  </a:lnTo>
                  <a:cubicBezTo>
                    <a:pt x="662" y="5231"/>
                    <a:pt x="0" y="5892"/>
                    <a:pt x="0" y="6711"/>
                  </a:cubicBezTo>
                  <a:cubicBezTo>
                    <a:pt x="0" y="7562"/>
                    <a:pt x="662" y="8224"/>
                    <a:pt x="1512" y="8224"/>
                  </a:cubicBezTo>
                  <a:lnTo>
                    <a:pt x="1512" y="8570"/>
                  </a:lnTo>
                  <a:cubicBezTo>
                    <a:pt x="1512" y="10807"/>
                    <a:pt x="3340" y="12666"/>
                    <a:pt x="5608" y="12666"/>
                  </a:cubicBezTo>
                  <a:cubicBezTo>
                    <a:pt x="7845" y="12666"/>
                    <a:pt x="9704" y="10807"/>
                    <a:pt x="9704" y="8570"/>
                  </a:cubicBezTo>
                  <a:lnTo>
                    <a:pt x="9704" y="8224"/>
                  </a:lnTo>
                  <a:cubicBezTo>
                    <a:pt x="10523" y="8224"/>
                    <a:pt x="11184" y="7562"/>
                    <a:pt x="11184" y="6711"/>
                  </a:cubicBezTo>
                  <a:cubicBezTo>
                    <a:pt x="11184" y="5892"/>
                    <a:pt x="10523" y="5231"/>
                    <a:pt x="9704" y="5231"/>
                  </a:cubicBezTo>
                  <a:lnTo>
                    <a:pt x="9704" y="3025"/>
                  </a:lnTo>
                  <a:cubicBezTo>
                    <a:pt x="9704" y="2238"/>
                    <a:pt x="9137" y="1608"/>
                    <a:pt x="8380" y="1482"/>
                  </a:cubicBezTo>
                  <a:cubicBezTo>
                    <a:pt x="8150" y="1020"/>
                    <a:pt x="7629" y="717"/>
                    <a:pt x="7060" y="717"/>
                  </a:cubicBezTo>
                  <a:cubicBezTo>
                    <a:pt x="7007" y="717"/>
                    <a:pt x="6953" y="720"/>
                    <a:pt x="6900" y="725"/>
                  </a:cubicBezTo>
                  <a:cubicBezTo>
                    <a:pt x="6616" y="253"/>
                    <a:pt x="6144" y="1"/>
                    <a:pt x="5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21"/>
          <p:cNvGrpSpPr/>
          <p:nvPr/>
        </p:nvGrpSpPr>
        <p:grpSpPr>
          <a:xfrm>
            <a:off x="1780411" y="1373860"/>
            <a:ext cx="337178" cy="336332"/>
            <a:chOff x="-57578225" y="1904075"/>
            <a:chExt cx="319025" cy="318225"/>
          </a:xfrm>
        </p:grpSpPr>
        <p:sp>
          <p:nvSpPr>
            <p:cNvPr id="175" name="Google Shape;175;p21"/>
            <p:cNvSpPr/>
            <p:nvPr/>
          </p:nvSpPr>
          <p:spPr>
            <a:xfrm>
              <a:off x="-57578225" y="1904075"/>
              <a:ext cx="319025" cy="318225"/>
            </a:xfrm>
            <a:custGeom>
              <a:rect b="b" l="l" r="r" t="t"/>
              <a:pathLst>
                <a:path extrusionOk="0" h="12729" w="12761">
                  <a:moveTo>
                    <a:pt x="4601" y="1418"/>
                  </a:moveTo>
                  <a:cubicBezTo>
                    <a:pt x="4632" y="1702"/>
                    <a:pt x="4727" y="1922"/>
                    <a:pt x="4790" y="2206"/>
                  </a:cubicBezTo>
                  <a:cubicBezTo>
                    <a:pt x="3687" y="2962"/>
                    <a:pt x="2994" y="4254"/>
                    <a:pt x="2994" y="5640"/>
                  </a:cubicBezTo>
                  <a:lnTo>
                    <a:pt x="2994" y="5986"/>
                  </a:lnTo>
                  <a:cubicBezTo>
                    <a:pt x="2710" y="5986"/>
                    <a:pt x="2458" y="6081"/>
                    <a:pt x="2238" y="6175"/>
                  </a:cubicBezTo>
                  <a:lnTo>
                    <a:pt x="2238" y="5608"/>
                  </a:lnTo>
                  <a:cubicBezTo>
                    <a:pt x="2238" y="3876"/>
                    <a:pt x="3183" y="2300"/>
                    <a:pt x="4601" y="1418"/>
                  </a:cubicBezTo>
                  <a:close/>
                  <a:moveTo>
                    <a:pt x="7121" y="757"/>
                  </a:moveTo>
                  <a:cubicBezTo>
                    <a:pt x="9799" y="757"/>
                    <a:pt x="12004" y="2930"/>
                    <a:pt x="12004" y="5640"/>
                  </a:cubicBezTo>
                  <a:lnTo>
                    <a:pt x="12004" y="6238"/>
                  </a:lnTo>
                  <a:cubicBezTo>
                    <a:pt x="11752" y="6112"/>
                    <a:pt x="11532" y="6018"/>
                    <a:pt x="11248" y="6018"/>
                  </a:cubicBezTo>
                  <a:lnTo>
                    <a:pt x="10902" y="6018"/>
                  </a:lnTo>
                  <a:cubicBezTo>
                    <a:pt x="8098" y="6018"/>
                    <a:pt x="5703" y="3907"/>
                    <a:pt x="5325" y="1103"/>
                  </a:cubicBezTo>
                  <a:cubicBezTo>
                    <a:pt x="5861" y="883"/>
                    <a:pt x="6491" y="757"/>
                    <a:pt x="7121" y="757"/>
                  </a:cubicBezTo>
                  <a:close/>
                  <a:moveTo>
                    <a:pt x="2994" y="6742"/>
                  </a:moveTo>
                  <a:lnTo>
                    <a:pt x="2994" y="8223"/>
                  </a:lnTo>
                  <a:cubicBezTo>
                    <a:pt x="2616" y="8223"/>
                    <a:pt x="2238" y="7971"/>
                    <a:pt x="2238" y="7436"/>
                  </a:cubicBezTo>
                  <a:cubicBezTo>
                    <a:pt x="2269" y="7058"/>
                    <a:pt x="2584" y="6742"/>
                    <a:pt x="2994" y="6742"/>
                  </a:cubicBezTo>
                  <a:close/>
                  <a:moveTo>
                    <a:pt x="11248" y="6742"/>
                  </a:moveTo>
                  <a:cubicBezTo>
                    <a:pt x="11658" y="6742"/>
                    <a:pt x="12004" y="7058"/>
                    <a:pt x="12004" y="7499"/>
                  </a:cubicBezTo>
                  <a:cubicBezTo>
                    <a:pt x="12004" y="7908"/>
                    <a:pt x="11658" y="8223"/>
                    <a:pt x="11248" y="8223"/>
                  </a:cubicBezTo>
                  <a:lnTo>
                    <a:pt x="11248" y="6742"/>
                  </a:lnTo>
                  <a:close/>
                  <a:moveTo>
                    <a:pt x="1828" y="8444"/>
                  </a:moveTo>
                  <a:cubicBezTo>
                    <a:pt x="2112" y="8790"/>
                    <a:pt x="2553" y="8979"/>
                    <a:pt x="3025" y="8979"/>
                  </a:cubicBezTo>
                  <a:cubicBezTo>
                    <a:pt x="3088" y="9830"/>
                    <a:pt x="3466" y="10681"/>
                    <a:pt x="4034" y="11311"/>
                  </a:cubicBezTo>
                  <a:cubicBezTo>
                    <a:pt x="3656" y="11752"/>
                    <a:pt x="3183" y="11972"/>
                    <a:pt x="2616" y="11972"/>
                  </a:cubicBezTo>
                  <a:cubicBezTo>
                    <a:pt x="1608" y="11972"/>
                    <a:pt x="789" y="11153"/>
                    <a:pt x="789" y="10113"/>
                  </a:cubicBezTo>
                  <a:cubicBezTo>
                    <a:pt x="789" y="9420"/>
                    <a:pt x="1198" y="8759"/>
                    <a:pt x="1828" y="8444"/>
                  </a:cubicBezTo>
                  <a:close/>
                  <a:moveTo>
                    <a:pt x="5042" y="2962"/>
                  </a:moveTo>
                  <a:cubicBezTo>
                    <a:pt x="5987" y="5073"/>
                    <a:pt x="8066" y="6616"/>
                    <a:pt x="10461" y="6774"/>
                  </a:cubicBezTo>
                  <a:lnTo>
                    <a:pt x="10461" y="8664"/>
                  </a:lnTo>
                  <a:cubicBezTo>
                    <a:pt x="10492" y="10492"/>
                    <a:pt x="8980" y="11972"/>
                    <a:pt x="7121" y="11972"/>
                  </a:cubicBezTo>
                  <a:cubicBezTo>
                    <a:pt x="5262" y="11972"/>
                    <a:pt x="3719" y="10460"/>
                    <a:pt x="3719" y="8633"/>
                  </a:cubicBezTo>
                  <a:lnTo>
                    <a:pt x="3719" y="5640"/>
                  </a:lnTo>
                  <a:cubicBezTo>
                    <a:pt x="3719" y="4600"/>
                    <a:pt x="4254" y="3592"/>
                    <a:pt x="5042" y="2962"/>
                  </a:cubicBezTo>
                  <a:close/>
                  <a:moveTo>
                    <a:pt x="7121" y="0"/>
                  </a:moveTo>
                  <a:cubicBezTo>
                    <a:pt x="5577" y="0"/>
                    <a:pt x="4191" y="631"/>
                    <a:pt x="3151" y="1670"/>
                  </a:cubicBezTo>
                  <a:cubicBezTo>
                    <a:pt x="2080" y="2710"/>
                    <a:pt x="1482" y="4128"/>
                    <a:pt x="1482" y="5640"/>
                  </a:cubicBezTo>
                  <a:lnTo>
                    <a:pt x="1482" y="7751"/>
                  </a:lnTo>
                  <a:cubicBezTo>
                    <a:pt x="568" y="8192"/>
                    <a:pt x="1" y="9105"/>
                    <a:pt x="1" y="10113"/>
                  </a:cubicBezTo>
                  <a:cubicBezTo>
                    <a:pt x="1" y="11594"/>
                    <a:pt x="1167" y="12728"/>
                    <a:pt x="2584" y="12728"/>
                  </a:cubicBezTo>
                  <a:cubicBezTo>
                    <a:pt x="3340" y="12728"/>
                    <a:pt x="4034" y="12413"/>
                    <a:pt x="4569" y="11846"/>
                  </a:cubicBezTo>
                  <a:cubicBezTo>
                    <a:pt x="5262" y="12413"/>
                    <a:pt x="6176" y="12728"/>
                    <a:pt x="7121" y="12728"/>
                  </a:cubicBezTo>
                  <a:cubicBezTo>
                    <a:pt x="8224" y="12728"/>
                    <a:pt x="9232" y="12287"/>
                    <a:pt x="10020" y="11500"/>
                  </a:cubicBezTo>
                  <a:cubicBezTo>
                    <a:pt x="10744" y="10838"/>
                    <a:pt x="11122" y="9924"/>
                    <a:pt x="11217" y="8979"/>
                  </a:cubicBezTo>
                  <a:cubicBezTo>
                    <a:pt x="12036" y="8979"/>
                    <a:pt x="12697" y="8318"/>
                    <a:pt x="12697" y="7499"/>
                  </a:cubicBezTo>
                  <a:lnTo>
                    <a:pt x="12697" y="5640"/>
                  </a:lnTo>
                  <a:cubicBezTo>
                    <a:pt x="12760" y="4128"/>
                    <a:pt x="12162" y="2710"/>
                    <a:pt x="11091" y="1670"/>
                  </a:cubicBezTo>
                  <a:cubicBezTo>
                    <a:pt x="10020" y="599"/>
                    <a:pt x="8602" y="0"/>
                    <a:pt x="71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-57446675" y="207340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cubicBezTo>
                    <a:pt x="567" y="726"/>
                    <a:pt x="725" y="568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-57371850" y="207340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37"/>
                    <a:pt x="158" y="726"/>
                    <a:pt x="347" y="726"/>
                  </a:cubicBezTo>
                  <a:cubicBezTo>
                    <a:pt x="567" y="726"/>
                    <a:pt x="725" y="537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1"/>
            <p:cNvSpPr/>
            <p:nvPr/>
          </p:nvSpPr>
          <p:spPr>
            <a:xfrm>
              <a:off x="-57436450" y="2136625"/>
              <a:ext cx="72500" cy="29750"/>
            </a:xfrm>
            <a:custGeom>
              <a:rect b="b" l="l" r="r" t="t"/>
              <a:pathLst>
                <a:path extrusionOk="0" h="1190" w="2900">
                  <a:moveTo>
                    <a:pt x="387" y="0"/>
                  </a:moveTo>
                  <a:cubicBezTo>
                    <a:pt x="292" y="0"/>
                    <a:pt x="206" y="40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2"/>
                  </a:cubicBezTo>
                  <a:cubicBezTo>
                    <a:pt x="2899" y="465"/>
                    <a:pt x="2899" y="244"/>
                    <a:pt x="2742" y="118"/>
                  </a:cubicBezTo>
                  <a:cubicBezTo>
                    <a:pt x="2679" y="40"/>
                    <a:pt x="2592" y="0"/>
                    <a:pt x="2502" y="0"/>
                  </a:cubicBezTo>
                  <a:cubicBezTo>
                    <a:pt x="2411" y="0"/>
                    <a:pt x="2316" y="40"/>
                    <a:pt x="2238" y="118"/>
                  </a:cubicBezTo>
                  <a:cubicBezTo>
                    <a:pt x="2049" y="307"/>
                    <a:pt x="1734" y="433"/>
                    <a:pt x="1450" y="433"/>
                  </a:cubicBezTo>
                  <a:cubicBezTo>
                    <a:pt x="1167" y="433"/>
                    <a:pt x="851" y="307"/>
                    <a:pt x="662" y="118"/>
                  </a:cubicBezTo>
                  <a:cubicBezTo>
                    <a:pt x="584" y="40"/>
                    <a:pt x="481" y="0"/>
                    <a:pt x="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21"/>
          <p:cNvGrpSpPr/>
          <p:nvPr/>
        </p:nvGrpSpPr>
        <p:grpSpPr>
          <a:xfrm>
            <a:off x="4031637" y="1842902"/>
            <a:ext cx="336332" cy="334667"/>
            <a:chOff x="-55225575" y="1903275"/>
            <a:chExt cx="318225" cy="316650"/>
          </a:xfrm>
        </p:grpSpPr>
        <p:sp>
          <p:nvSpPr>
            <p:cNvPr id="180" name="Google Shape;180;p21"/>
            <p:cNvSpPr/>
            <p:nvPr/>
          </p:nvSpPr>
          <p:spPr>
            <a:xfrm>
              <a:off x="-55104275" y="2116925"/>
              <a:ext cx="72475" cy="29750"/>
            </a:xfrm>
            <a:custGeom>
              <a:rect b="b" l="l" r="r" t="t"/>
              <a:pathLst>
                <a:path extrusionOk="0" h="1190" w="2899">
                  <a:moveTo>
                    <a:pt x="398" y="1"/>
                  </a:moveTo>
                  <a:cubicBezTo>
                    <a:pt x="307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69"/>
                    <a:pt x="977" y="1190"/>
                    <a:pt x="1449" y="1190"/>
                  </a:cubicBezTo>
                  <a:cubicBezTo>
                    <a:pt x="1953" y="1190"/>
                    <a:pt x="2426" y="969"/>
                    <a:pt x="2741" y="623"/>
                  </a:cubicBezTo>
                  <a:cubicBezTo>
                    <a:pt x="2898" y="465"/>
                    <a:pt x="2898" y="245"/>
                    <a:pt x="2741" y="119"/>
                  </a:cubicBezTo>
                  <a:cubicBezTo>
                    <a:pt x="2694" y="56"/>
                    <a:pt x="2607" y="24"/>
                    <a:pt x="2513" y="24"/>
                  </a:cubicBezTo>
                  <a:cubicBezTo>
                    <a:pt x="2418" y="24"/>
                    <a:pt x="2316" y="56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8" y="1"/>
                    <a:pt x="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-55113750" y="2053725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725"/>
                    <a:pt x="348" y="725"/>
                  </a:cubicBezTo>
                  <a:cubicBezTo>
                    <a:pt x="537" y="725"/>
                    <a:pt x="694" y="536"/>
                    <a:pt x="694" y="347"/>
                  </a:cubicBezTo>
                  <a:cubicBezTo>
                    <a:pt x="694" y="158"/>
                    <a:pt x="537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-55039700" y="2053725"/>
              <a:ext cx="18125" cy="18125"/>
            </a:xfrm>
            <a:custGeom>
              <a:rect b="b" l="l" r="r" t="t"/>
              <a:pathLst>
                <a:path extrusionOk="0" h="725" w="725">
                  <a:moveTo>
                    <a:pt x="378" y="0"/>
                  </a:moveTo>
                  <a:cubicBezTo>
                    <a:pt x="189" y="0"/>
                    <a:pt x="0" y="158"/>
                    <a:pt x="0" y="347"/>
                  </a:cubicBezTo>
                  <a:cubicBezTo>
                    <a:pt x="0" y="536"/>
                    <a:pt x="189" y="725"/>
                    <a:pt x="378" y="725"/>
                  </a:cubicBezTo>
                  <a:cubicBezTo>
                    <a:pt x="568" y="725"/>
                    <a:pt x="725" y="536"/>
                    <a:pt x="725" y="347"/>
                  </a:cubicBezTo>
                  <a:cubicBezTo>
                    <a:pt x="725" y="158"/>
                    <a:pt x="568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-55225575" y="1903275"/>
              <a:ext cx="318225" cy="316650"/>
            </a:xfrm>
            <a:custGeom>
              <a:rect b="b" l="l" r="r" t="t"/>
              <a:pathLst>
                <a:path extrusionOk="0" h="12666" w="12729">
                  <a:moveTo>
                    <a:pt x="6333" y="757"/>
                  </a:moveTo>
                  <a:cubicBezTo>
                    <a:pt x="8790" y="757"/>
                    <a:pt x="10932" y="2679"/>
                    <a:pt x="11185" y="5105"/>
                  </a:cubicBezTo>
                  <a:cubicBezTo>
                    <a:pt x="11185" y="5231"/>
                    <a:pt x="11279" y="5357"/>
                    <a:pt x="11374" y="5388"/>
                  </a:cubicBezTo>
                  <a:cubicBezTo>
                    <a:pt x="11752" y="5577"/>
                    <a:pt x="11972" y="5987"/>
                    <a:pt x="11972" y="6365"/>
                  </a:cubicBezTo>
                  <a:cubicBezTo>
                    <a:pt x="11972" y="6680"/>
                    <a:pt x="11815" y="7058"/>
                    <a:pt x="11594" y="7247"/>
                  </a:cubicBezTo>
                  <a:cubicBezTo>
                    <a:pt x="11342" y="7373"/>
                    <a:pt x="11342" y="7625"/>
                    <a:pt x="11531" y="7783"/>
                  </a:cubicBezTo>
                  <a:cubicBezTo>
                    <a:pt x="11783" y="8035"/>
                    <a:pt x="11941" y="8318"/>
                    <a:pt x="11941" y="8633"/>
                  </a:cubicBezTo>
                  <a:cubicBezTo>
                    <a:pt x="11941" y="8948"/>
                    <a:pt x="11815" y="9263"/>
                    <a:pt x="11531" y="9452"/>
                  </a:cubicBezTo>
                  <a:cubicBezTo>
                    <a:pt x="11374" y="9610"/>
                    <a:pt x="11374" y="9830"/>
                    <a:pt x="11531" y="9988"/>
                  </a:cubicBezTo>
                  <a:cubicBezTo>
                    <a:pt x="11783" y="10240"/>
                    <a:pt x="11941" y="10524"/>
                    <a:pt x="11941" y="10839"/>
                  </a:cubicBezTo>
                  <a:cubicBezTo>
                    <a:pt x="11941" y="11437"/>
                    <a:pt x="11437" y="11941"/>
                    <a:pt x="10838" y="11941"/>
                  </a:cubicBezTo>
                  <a:lnTo>
                    <a:pt x="1828" y="11941"/>
                  </a:lnTo>
                  <a:cubicBezTo>
                    <a:pt x="1197" y="11941"/>
                    <a:pt x="725" y="11406"/>
                    <a:pt x="725" y="10839"/>
                  </a:cubicBezTo>
                  <a:cubicBezTo>
                    <a:pt x="725" y="10492"/>
                    <a:pt x="819" y="10208"/>
                    <a:pt x="1103" y="9988"/>
                  </a:cubicBezTo>
                  <a:cubicBezTo>
                    <a:pt x="1260" y="9830"/>
                    <a:pt x="1260" y="9610"/>
                    <a:pt x="1103" y="9452"/>
                  </a:cubicBezTo>
                  <a:cubicBezTo>
                    <a:pt x="882" y="9200"/>
                    <a:pt x="725" y="8917"/>
                    <a:pt x="725" y="8633"/>
                  </a:cubicBezTo>
                  <a:cubicBezTo>
                    <a:pt x="725" y="8318"/>
                    <a:pt x="819" y="8003"/>
                    <a:pt x="1103" y="7783"/>
                  </a:cubicBezTo>
                  <a:cubicBezTo>
                    <a:pt x="1260" y="7625"/>
                    <a:pt x="1260" y="7405"/>
                    <a:pt x="1103" y="7247"/>
                  </a:cubicBezTo>
                  <a:cubicBezTo>
                    <a:pt x="882" y="7058"/>
                    <a:pt x="725" y="6680"/>
                    <a:pt x="725" y="6365"/>
                  </a:cubicBezTo>
                  <a:cubicBezTo>
                    <a:pt x="725" y="5987"/>
                    <a:pt x="945" y="5577"/>
                    <a:pt x="1292" y="5388"/>
                  </a:cubicBezTo>
                  <a:cubicBezTo>
                    <a:pt x="1418" y="5357"/>
                    <a:pt x="1512" y="5231"/>
                    <a:pt x="1512" y="5105"/>
                  </a:cubicBezTo>
                  <a:cubicBezTo>
                    <a:pt x="1765" y="2679"/>
                    <a:pt x="3907" y="757"/>
                    <a:pt x="6333" y="757"/>
                  </a:cubicBezTo>
                  <a:close/>
                  <a:moveTo>
                    <a:pt x="6333" y="1"/>
                  </a:moveTo>
                  <a:cubicBezTo>
                    <a:pt x="3497" y="1"/>
                    <a:pt x="1134" y="2112"/>
                    <a:pt x="788" y="4853"/>
                  </a:cubicBezTo>
                  <a:cubicBezTo>
                    <a:pt x="284" y="5199"/>
                    <a:pt x="0" y="5735"/>
                    <a:pt x="0" y="6365"/>
                  </a:cubicBezTo>
                  <a:cubicBezTo>
                    <a:pt x="0" y="6774"/>
                    <a:pt x="158" y="7216"/>
                    <a:pt x="410" y="7531"/>
                  </a:cubicBezTo>
                  <a:cubicBezTo>
                    <a:pt x="158" y="7846"/>
                    <a:pt x="0" y="8224"/>
                    <a:pt x="0" y="8633"/>
                  </a:cubicBezTo>
                  <a:cubicBezTo>
                    <a:pt x="0" y="9011"/>
                    <a:pt x="126" y="9421"/>
                    <a:pt x="410" y="9736"/>
                  </a:cubicBezTo>
                  <a:cubicBezTo>
                    <a:pt x="158" y="10051"/>
                    <a:pt x="0" y="10429"/>
                    <a:pt x="0" y="10839"/>
                  </a:cubicBezTo>
                  <a:cubicBezTo>
                    <a:pt x="0" y="11847"/>
                    <a:pt x="819" y="12666"/>
                    <a:pt x="1859" y="12666"/>
                  </a:cubicBezTo>
                  <a:lnTo>
                    <a:pt x="10869" y="12666"/>
                  </a:lnTo>
                  <a:cubicBezTo>
                    <a:pt x="11909" y="12666"/>
                    <a:pt x="12728" y="11847"/>
                    <a:pt x="12728" y="10839"/>
                  </a:cubicBezTo>
                  <a:cubicBezTo>
                    <a:pt x="12728" y="10429"/>
                    <a:pt x="12602" y="10051"/>
                    <a:pt x="12319" y="9736"/>
                  </a:cubicBezTo>
                  <a:cubicBezTo>
                    <a:pt x="12571" y="9421"/>
                    <a:pt x="12728" y="9011"/>
                    <a:pt x="12728" y="8633"/>
                  </a:cubicBezTo>
                  <a:cubicBezTo>
                    <a:pt x="12634" y="8224"/>
                    <a:pt x="12539" y="7846"/>
                    <a:pt x="12287" y="7531"/>
                  </a:cubicBezTo>
                  <a:cubicBezTo>
                    <a:pt x="12539" y="7216"/>
                    <a:pt x="12697" y="6774"/>
                    <a:pt x="12697" y="6365"/>
                  </a:cubicBezTo>
                  <a:cubicBezTo>
                    <a:pt x="12697" y="5798"/>
                    <a:pt x="12382" y="5199"/>
                    <a:pt x="11909" y="4853"/>
                  </a:cubicBezTo>
                  <a:cubicBezTo>
                    <a:pt x="11500" y="2112"/>
                    <a:pt x="9137" y="1"/>
                    <a:pt x="6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-55170450" y="1959200"/>
              <a:ext cx="204800" cy="225300"/>
            </a:xfrm>
            <a:custGeom>
              <a:rect b="b" l="l" r="r" t="t"/>
              <a:pathLst>
                <a:path extrusionOk="0" h="9012" w="8192">
                  <a:moveTo>
                    <a:pt x="4128" y="1450"/>
                  </a:moveTo>
                  <a:cubicBezTo>
                    <a:pt x="4411" y="2017"/>
                    <a:pt x="4821" y="2490"/>
                    <a:pt x="5293" y="2836"/>
                  </a:cubicBezTo>
                  <a:cubicBezTo>
                    <a:pt x="5924" y="3340"/>
                    <a:pt x="6711" y="3624"/>
                    <a:pt x="7499" y="3687"/>
                  </a:cubicBezTo>
                  <a:cubicBezTo>
                    <a:pt x="7499" y="3813"/>
                    <a:pt x="7530" y="3970"/>
                    <a:pt x="7530" y="4096"/>
                  </a:cubicBezTo>
                  <a:lnTo>
                    <a:pt x="7530" y="5640"/>
                  </a:lnTo>
                  <a:lnTo>
                    <a:pt x="7436" y="5640"/>
                  </a:lnTo>
                  <a:cubicBezTo>
                    <a:pt x="7436" y="7089"/>
                    <a:pt x="6270" y="8224"/>
                    <a:pt x="4852" y="8224"/>
                  </a:cubicBezTo>
                  <a:lnTo>
                    <a:pt x="3340" y="8224"/>
                  </a:lnTo>
                  <a:cubicBezTo>
                    <a:pt x="1891" y="8224"/>
                    <a:pt x="757" y="7058"/>
                    <a:pt x="757" y="5640"/>
                  </a:cubicBezTo>
                  <a:lnTo>
                    <a:pt x="757" y="4096"/>
                  </a:lnTo>
                  <a:cubicBezTo>
                    <a:pt x="757" y="3970"/>
                    <a:pt x="757" y="3813"/>
                    <a:pt x="788" y="3687"/>
                  </a:cubicBezTo>
                  <a:cubicBezTo>
                    <a:pt x="1576" y="3624"/>
                    <a:pt x="2363" y="3340"/>
                    <a:pt x="2994" y="2836"/>
                  </a:cubicBezTo>
                  <a:cubicBezTo>
                    <a:pt x="3466" y="2427"/>
                    <a:pt x="3876" y="1954"/>
                    <a:pt x="4128" y="1450"/>
                  </a:cubicBezTo>
                  <a:close/>
                  <a:moveTo>
                    <a:pt x="4096" y="1"/>
                  </a:moveTo>
                  <a:cubicBezTo>
                    <a:pt x="3939" y="1"/>
                    <a:pt x="3781" y="127"/>
                    <a:pt x="3750" y="284"/>
                  </a:cubicBezTo>
                  <a:lnTo>
                    <a:pt x="3718" y="442"/>
                  </a:lnTo>
                  <a:cubicBezTo>
                    <a:pt x="3309" y="1923"/>
                    <a:pt x="1985" y="2994"/>
                    <a:pt x="442" y="2994"/>
                  </a:cubicBezTo>
                  <a:cubicBezTo>
                    <a:pt x="253" y="2994"/>
                    <a:pt x="127" y="3120"/>
                    <a:pt x="95" y="3309"/>
                  </a:cubicBezTo>
                  <a:cubicBezTo>
                    <a:pt x="32" y="3592"/>
                    <a:pt x="1" y="3876"/>
                    <a:pt x="1" y="4128"/>
                  </a:cubicBezTo>
                  <a:lnTo>
                    <a:pt x="1" y="5672"/>
                  </a:lnTo>
                  <a:cubicBezTo>
                    <a:pt x="1" y="7530"/>
                    <a:pt x="1513" y="9011"/>
                    <a:pt x="3340" y="9011"/>
                  </a:cubicBezTo>
                  <a:lnTo>
                    <a:pt x="4852" y="9011"/>
                  </a:lnTo>
                  <a:cubicBezTo>
                    <a:pt x="6711" y="9011"/>
                    <a:pt x="8192" y="7530"/>
                    <a:pt x="8192" y="5672"/>
                  </a:cubicBezTo>
                  <a:lnTo>
                    <a:pt x="8192" y="4128"/>
                  </a:lnTo>
                  <a:cubicBezTo>
                    <a:pt x="8192" y="3844"/>
                    <a:pt x="8160" y="3592"/>
                    <a:pt x="8129" y="3309"/>
                  </a:cubicBezTo>
                  <a:cubicBezTo>
                    <a:pt x="8066" y="3120"/>
                    <a:pt x="7908" y="2994"/>
                    <a:pt x="7751" y="2994"/>
                  </a:cubicBezTo>
                  <a:cubicBezTo>
                    <a:pt x="6239" y="2994"/>
                    <a:pt x="4884" y="1923"/>
                    <a:pt x="4506" y="442"/>
                  </a:cubicBezTo>
                  <a:lnTo>
                    <a:pt x="4443" y="284"/>
                  </a:lnTo>
                  <a:cubicBezTo>
                    <a:pt x="4411" y="127"/>
                    <a:pt x="4254" y="1"/>
                    <a:pt x="40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21"/>
          <p:cNvSpPr txBox="1"/>
          <p:nvPr/>
        </p:nvSpPr>
        <p:spPr>
          <a:xfrm>
            <a:off x="1035800" y="2379475"/>
            <a:ext cx="1826400" cy="16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highlight>
                  <a:srgbClr val="11B0A7"/>
                </a:highlight>
              </a:rPr>
              <a:t>I want to </a:t>
            </a:r>
            <a:r>
              <a:rPr b="1" lang="es" sz="1300">
                <a:solidFill>
                  <a:schemeClr val="dk2"/>
                </a:solidFill>
                <a:highlight>
                  <a:srgbClr val="11B0A7"/>
                </a:highlight>
              </a:rPr>
              <a:t>filter events by department and time.</a:t>
            </a:r>
            <a:endParaRPr b="1" sz="1300">
              <a:solidFill>
                <a:schemeClr val="dk2"/>
              </a:solidFill>
              <a:highlight>
                <a:srgbClr val="11B0A7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highlight>
                <a:srgbClr val="11B0A7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highlight>
                  <a:srgbClr val="11B0A7"/>
                </a:highlight>
              </a:rPr>
              <a:t>So that I can </a:t>
            </a:r>
            <a:r>
              <a:rPr b="1" lang="es" sz="1300">
                <a:solidFill>
                  <a:schemeClr val="dk2"/>
                </a:solidFill>
                <a:highlight>
                  <a:srgbClr val="11B0A7"/>
                </a:highlight>
              </a:rPr>
              <a:t>quickly find relevant, career-focused events</a:t>
            </a:r>
            <a:r>
              <a:rPr lang="es" sz="1300">
                <a:solidFill>
                  <a:schemeClr val="dk2"/>
                </a:solidFill>
                <a:highlight>
                  <a:srgbClr val="11B0A7"/>
                </a:highlight>
              </a:rPr>
              <a:t> without wasting time searching</a:t>
            </a:r>
            <a:endParaRPr sz="1300">
              <a:solidFill>
                <a:schemeClr val="dk2"/>
              </a:solidFill>
              <a:highlight>
                <a:srgbClr val="11B0A7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highlight>
                <a:srgbClr val="11B0A7"/>
              </a:highlight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3246100" y="2899575"/>
            <a:ext cx="1907400" cy="16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highlight>
                  <a:srgbClr val="008275"/>
                </a:highlight>
              </a:rPr>
              <a:t>I want to </a:t>
            </a:r>
            <a:r>
              <a:rPr b="1" lang="es" sz="1300">
                <a:solidFill>
                  <a:schemeClr val="dk2"/>
                </a:solidFill>
                <a:highlight>
                  <a:srgbClr val="008275"/>
                </a:highlight>
              </a:rPr>
              <a:t>see a calendar view of upcoming events</a:t>
            </a:r>
            <a:br>
              <a:rPr b="1" lang="es" sz="1300">
                <a:solidFill>
                  <a:schemeClr val="dk2"/>
                </a:solidFill>
                <a:highlight>
                  <a:srgbClr val="008275"/>
                </a:highlight>
              </a:rPr>
            </a:br>
            <a:endParaRPr b="1" sz="1300">
              <a:solidFill>
                <a:schemeClr val="dk2"/>
              </a:solidFill>
              <a:highlight>
                <a:srgbClr val="008275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highlight>
                  <a:srgbClr val="008275"/>
                </a:highlight>
              </a:rPr>
              <a:t>So that I can </a:t>
            </a:r>
            <a:r>
              <a:rPr b="1" lang="es" sz="1300">
                <a:solidFill>
                  <a:schemeClr val="dk2"/>
                </a:solidFill>
                <a:highlight>
                  <a:srgbClr val="008275"/>
                </a:highlight>
              </a:rPr>
              <a:t>plan my events without overlapping with others</a:t>
            </a:r>
            <a:r>
              <a:rPr lang="es" sz="1300">
                <a:solidFill>
                  <a:schemeClr val="dk2"/>
                </a:solidFill>
                <a:highlight>
                  <a:srgbClr val="008275"/>
                </a:highlight>
              </a:rPr>
              <a:t> and </a:t>
            </a:r>
            <a:r>
              <a:rPr b="1" lang="es" sz="1300">
                <a:solidFill>
                  <a:schemeClr val="dk2"/>
                </a:solidFill>
                <a:highlight>
                  <a:srgbClr val="008275"/>
                </a:highlight>
              </a:rPr>
              <a:t>maximize attendance</a:t>
            </a:r>
            <a:endParaRPr b="1" sz="1300">
              <a:solidFill>
                <a:schemeClr val="dk2"/>
              </a:solidFill>
              <a:highlight>
                <a:srgbClr val="008275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highlight>
                <a:srgbClr val="008275"/>
              </a:highlight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456200" y="2326500"/>
            <a:ext cx="1826400" cy="16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highlight>
                  <a:srgbClr val="11B0A7"/>
                </a:highlight>
              </a:rPr>
              <a:t>I want to </a:t>
            </a:r>
            <a:r>
              <a:rPr b="1" lang="es" sz="1300">
                <a:solidFill>
                  <a:schemeClr val="dk2"/>
                </a:solidFill>
                <a:highlight>
                  <a:srgbClr val="11B0A7"/>
                </a:highlight>
              </a:rPr>
              <a:t>browse and share upcoming student-led events</a:t>
            </a:r>
            <a:br>
              <a:rPr b="1" lang="es" sz="1300">
                <a:solidFill>
                  <a:schemeClr val="dk2"/>
                </a:solidFill>
                <a:highlight>
                  <a:srgbClr val="11B0A7"/>
                </a:highlight>
              </a:rPr>
            </a:br>
            <a:endParaRPr b="1" sz="1300">
              <a:solidFill>
                <a:schemeClr val="dk2"/>
              </a:solidFill>
              <a:highlight>
                <a:srgbClr val="11B0A7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highlight>
                  <a:srgbClr val="11B0A7"/>
                </a:highlight>
              </a:rPr>
              <a:t>So that I can </a:t>
            </a:r>
            <a:r>
              <a:rPr b="1" lang="es" sz="1300">
                <a:solidFill>
                  <a:schemeClr val="dk2"/>
                </a:solidFill>
                <a:highlight>
                  <a:srgbClr val="11B0A7"/>
                </a:highlight>
              </a:rPr>
              <a:t>promote participation, show support, and stay connected with the campus community</a:t>
            </a:r>
            <a:endParaRPr b="1" sz="1300">
              <a:solidFill>
                <a:schemeClr val="dk2"/>
              </a:solidFill>
              <a:highlight>
                <a:srgbClr val="11B0A7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highlight>
                <a:srgbClr val="11B0A7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ctrTitle"/>
          </p:nvPr>
        </p:nvSpPr>
        <p:spPr>
          <a:xfrm flipH="1">
            <a:off x="749100" y="500825"/>
            <a:ext cx="83949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11B0A7"/>
                </a:highlight>
              </a:rPr>
              <a:t>TEAM EFFORT</a:t>
            </a:r>
            <a:endParaRPr>
              <a:highlight>
                <a:srgbClr val="11B0A7"/>
              </a:highlight>
            </a:endParaRPr>
          </a:p>
        </p:txBody>
      </p:sp>
      <p:sp>
        <p:nvSpPr>
          <p:cNvPr id="193" name="Google Shape;193;p22"/>
          <p:cNvSpPr txBox="1"/>
          <p:nvPr>
            <p:ph idx="4294967295" type="subTitle"/>
          </p:nvPr>
        </p:nvSpPr>
        <p:spPr>
          <a:xfrm>
            <a:off x="4336275" y="1775575"/>
            <a:ext cx="18525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highlight>
                  <a:srgbClr val="008275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Harsha Gundavelli</a:t>
            </a:r>
            <a:endParaRPr b="1">
              <a:highlight>
                <a:srgbClr val="008275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" name="Google Shape;194;p22"/>
          <p:cNvSpPr txBox="1"/>
          <p:nvPr>
            <p:ph idx="4294967295" type="subTitle"/>
          </p:nvPr>
        </p:nvSpPr>
        <p:spPr>
          <a:xfrm>
            <a:off x="4247200" y="3539500"/>
            <a:ext cx="19566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highlight>
                  <a:srgbClr val="008275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Ebrahim Khan</a:t>
            </a:r>
            <a:endParaRPr b="1" sz="1700">
              <a:highlight>
                <a:srgbClr val="008275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" name="Google Shape;195;p22"/>
          <p:cNvSpPr txBox="1"/>
          <p:nvPr>
            <p:ph idx="4294967295" type="ctrTitle"/>
          </p:nvPr>
        </p:nvSpPr>
        <p:spPr>
          <a:xfrm>
            <a:off x="322174" y="2233900"/>
            <a:ext cx="22797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08275"/>
                </a:solidFill>
              </a:rPr>
              <a:t>Web Scraping</a:t>
            </a:r>
            <a:endParaRPr sz="2300">
              <a:solidFill>
                <a:srgbClr val="008275"/>
              </a:solidFill>
            </a:endParaRPr>
          </a:p>
        </p:txBody>
      </p:sp>
      <p:sp>
        <p:nvSpPr>
          <p:cNvPr id="196" name="Google Shape;196;p22"/>
          <p:cNvSpPr txBox="1"/>
          <p:nvPr>
            <p:ph idx="4294967295" type="subTitle"/>
          </p:nvPr>
        </p:nvSpPr>
        <p:spPr>
          <a:xfrm>
            <a:off x="322169" y="2681225"/>
            <a:ext cx="22110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highlight>
                  <a:srgbClr val="008275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Swarna Sre G</a:t>
            </a:r>
            <a:endParaRPr b="1" sz="1700">
              <a:highlight>
                <a:srgbClr val="008275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7" name="Google Shape;197;p22"/>
          <p:cNvSpPr txBox="1"/>
          <p:nvPr>
            <p:ph idx="4294967295" type="ctrTitle"/>
          </p:nvPr>
        </p:nvSpPr>
        <p:spPr>
          <a:xfrm>
            <a:off x="3595775" y="1337800"/>
            <a:ext cx="25932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08275"/>
                </a:solidFill>
              </a:rPr>
              <a:t>Instagram Scraping</a:t>
            </a:r>
            <a:endParaRPr sz="2300">
              <a:solidFill>
                <a:srgbClr val="008275"/>
              </a:solidFill>
            </a:endParaRPr>
          </a:p>
        </p:txBody>
      </p:sp>
      <p:sp>
        <p:nvSpPr>
          <p:cNvPr id="198" name="Google Shape;198;p22"/>
          <p:cNvSpPr txBox="1"/>
          <p:nvPr>
            <p:ph idx="4294967295" type="ctrTitle"/>
          </p:nvPr>
        </p:nvSpPr>
        <p:spPr>
          <a:xfrm>
            <a:off x="4956109" y="3124568"/>
            <a:ext cx="12477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08275"/>
                </a:solidFill>
              </a:rPr>
              <a:t>FrontEnd</a:t>
            </a:r>
            <a:endParaRPr sz="2300">
              <a:solidFill>
                <a:srgbClr val="008275"/>
              </a:solidFill>
            </a:endParaRPr>
          </a:p>
        </p:txBody>
      </p:sp>
      <p:grpSp>
        <p:nvGrpSpPr>
          <p:cNvPr id="199" name="Google Shape;199;p22"/>
          <p:cNvGrpSpPr/>
          <p:nvPr/>
        </p:nvGrpSpPr>
        <p:grpSpPr>
          <a:xfrm>
            <a:off x="2648400" y="3279052"/>
            <a:ext cx="3555214" cy="1103532"/>
            <a:chOff x="3636333" y="3431130"/>
            <a:chExt cx="3021343" cy="937819"/>
          </a:xfrm>
        </p:grpSpPr>
        <p:sp>
          <p:nvSpPr>
            <p:cNvPr id="200" name="Google Shape;200;p22"/>
            <p:cNvSpPr/>
            <p:nvPr/>
          </p:nvSpPr>
          <p:spPr>
            <a:xfrm rot="-5400000">
              <a:off x="3573191" y="3494272"/>
              <a:ext cx="937819" cy="811536"/>
            </a:xfrm>
            <a:custGeom>
              <a:rect b="b" l="l" r="r" t="t"/>
              <a:pathLst>
                <a:path extrusionOk="0" h="8508" w="9834">
                  <a:moveTo>
                    <a:pt x="2425" y="1"/>
                  </a:moveTo>
                  <a:lnTo>
                    <a:pt x="1" y="4254"/>
                  </a:lnTo>
                  <a:lnTo>
                    <a:pt x="458" y="5077"/>
                  </a:lnTo>
                  <a:lnTo>
                    <a:pt x="2425" y="8507"/>
                  </a:lnTo>
                  <a:lnTo>
                    <a:pt x="7364" y="8507"/>
                  </a:lnTo>
                  <a:lnTo>
                    <a:pt x="9330" y="5077"/>
                  </a:lnTo>
                  <a:lnTo>
                    <a:pt x="9833" y="4254"/>
                  </a:lnTo>
                  <a:lnTo>
                    <a:pt x="7364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 rot="-5400000">
              <a:off x="3666444" y="3574971"/>
              <a:ext cx="751318" cy="650139"/>
            </a:xfrm>
            <a:custGeom>
              <a:rect b="b" l="l" r="r" t="t"/>
              <a:pathLst>
                <a:path extrusionOk="0" h="8508" w="9834">
                  <a:moveTo>
                    <a:pt x="2425" y="1"/>
                  </a:moveTo>
                  <a:lnTo>
                    <a:pt x="1" y="4254"/>
                  </a:lnTo>
                  <a:lnTo>
                    <a:pt x="458" y="5077"/>
                  </a:lnTo>
                  <a:lnTo>
                    <a:pt x="2425" y="8507"/>
                  </a:lnTo>
                  <a:lnTo>
                    <a:pt x="7364" y="8507"/>
                  </a:lnTo>
                  <a:lnTo>
                    <a:pt x="9330" y="5077"/>
                  </a:lnTo>
                  <a:lnTo>
                    <a:pt x="9833" y="4254"/>
                  </a:lnTo>
                  <a:lnTo>
                    <a:pt x="736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2" name="Google Shape;202;p22"/>
            <p:cNvCxnSpPr/>
            <p:nvPr/>
          </p:nvCxnSpPr>
          <p:spPr>
            <a:xfrm>
              <a:off x="4454776" y="3668175"/>
              <a:ext cx="2202900" cy="298500"/>
            </a:xfrm>
            <a:prstGeom prst="bentConnector3">
              <a:avLst>
                <a:gd fmla="val 100007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" name="Google Shape;203;p22"/>
            <p:cNvSpPr/>
            <p:nvPr/>
          </p:nvSpPr>
          <p:spPr>
            <a:xfrm>
              <a:off x="3871413" y="3746358"/>
              <a:ext cx="327817" cy="307327"/>
            </a:xfrm>
            <a:custGeom>
              <a:rect b="b" l="l" r="r" t="t"/>
              <a:pathLst>
                <a:path extrusionOk="0" h="18118" w="19326">
                  <a:moveTo>
                    <a:pt x="17628" y="6794"/>
                  </a:moveTo>
                  <a:cubicBezTo>
                    <a:pt x="17939" y="6794"/>
                    <a:pt x="18193" y="7048"/>
                    <a:pt x="18193" y="7362"/>
                  </a:cubicBezTo>
                  <a:lnTo>
                    <a:pt x="18193" y="7927"/>
                  </a:lnTo>
                  <a:lnTo>
                    <a:pt x="12532" y="7927"/>
                  </a:lnTo>
                  <a:lnTo>
                    <a:pt x="12532" y="7362"/>
                  </a:lnTo>
                  <a:cubicBezTo>
                    <a:pt x="12532" y="7048"/>
                    <a:pt x="12785" y="6794"/>
                    <a:pt x="13099" y="6794"/>
                  </a:cubicBezTo>
                  <a:close/>
                  <a:moveTo>
                    <a:pt x="17628" y="1133"/>
                  </a:moveTo>
                  <a:cubicBezTo>
                    <a:pt x="17939" y="1133"/>
                    <a:pt x="18193" y="1387"/>
                    <a:pt x="18193" y="1701"/>
                  </a:cubicBezTo>
                  <a:lnTo>
                    <a:pt x="18193" y="5759"/>
                  </a:lnTo>
                  <a:cubicBezTo>
                    <a:pt x="18012" y="5695"/>
                    <a:pt x="17819" y="5662"/>
                    <a:pt x="17628" y="5662"/>
                  </a:cubicBezTo>
                  <a:lnTo>
                    <a:pt x="13099" y="5662"/>
                  </a:lnTo>
                  <a:cubicBezTo>
                    <a:pt x="12160" y="5662"/>
                    <a:pt x="11399" y="6423"/>
                    <a:pt x="11399" y="7362"/>
                  </a:cubicBezTo>
                  <a:lnTo>
                    <a:pt x="11399" y="11324"/>
                  </a:lnTo>
                  <a:lnTo>
                    <a:pt x="1133" y="11324"/>
                  </a:lnTo>
                  <a:lnTo>
                    <a:pt x="1133" y="1701"/>
                  </a:lnTo>
                  <a:cubicBezTo>
                    <a:pt x="1133" y="1387"/>
                    <a:pt x="1387" y="1133"/>
                    <a:pt x="1701" y="1133"/>
                  </a:cubicBezTo>
                  <a:close/>
                  <a:moveTo>
                    <a:pt x="11399" y="12456"/>
                  </a:moveTo>
                  <a:lnTo>
                    <a:pt x="11399" y="13588"/>
                  </a:lnTo>
                  <a:lnTo>
                    <a:pt x="1701" y="13588"/>
                  </a:lnTo>
                  <a:cubicBezTo>
                    <a:pt x="1387" y="13588"/>
                    <a:pt x="1133" y="13335"/>
                    <a:pt x="1133" y="13024"/>
                  </a:cubicBezTo>
                  <a:lnTo>
                    <a:pt x="1133" y="12456"/>
                  </a:lnTo>
                  <a:close/>
                  <a:moveTo>
                    <a:pt x="18193" y="9059"/>
                  </a:moveTo>
                  <a:lnTo>
                    <a:pt x="18193" y="14720"/>
                  </a:lnTo>
                  <a:lnTo>
                    <a:pt x="12532" y="14720"/>
                  </a:lnTo>
                  <a:lnTo>
                    <a:pt x="12532" y="9059"/>
                  </a:lnTo>
                  <a:close/>
                  <a:moveTo>
                    <a:pt x="11399" y="14720"/>
                  </a:moveTo>
                  <a:lnTo>
                    <a:pt x="11399" y="16420"/>
                  </a:lnTo>
                  <a:cubicBezTo>
                    <a:pt x="11399" y="16611"/>
                    <a:pt x="11432" y="16804"/>
                    <a:pt x="11496" y="16985"/>
                  </a:cubicBezTo>
                  <a:lnTo>
                    <a:pt x="7051" y="16985"/>
                  </a:lnTo>
                  <a:lnTo>
                    <a:pt x="7806" y="14720"/>
                  </a:lnTo>
                  <a:close/>
                  <a:moveTo>
                    <a:pt x="18193" y="15853"/>
                  </a:moveTo>
                  <a:lnTo>
                    <a:pt x="18193" y="16420"/>
                  </a:lnTo>
                  <a:cubicBezTo>
                    <a:pt x="18193" y="16731"/>
                    <a:pt x="17939" y="16985"/>
                    <a:pt x="17628" y="16985"/>
                  </a:cubicBezTo>
                  <a:lnTo>
                    <a:pt x="13099" y="16985"/>
                  </a:lnTo>
                  <a:cubicBezTo>
                    <a:pt x="12785" y="16985"/>
                    <a:pt x="12532" y="16731"/>
                    <a:pt x="12532" y="16420"/>
                  </a:cubicBezTo>
                  <a:lnTo>
                    <a:pt x="12532" y="15853"/>
                  </a:lnTo>
                  <a:close/>
                  <a:moveTo>
                    <a:pt x="1701" y="1"/>
                  </a:moveTo>
                  <a:cubicBezTo>
                    <a:pt x="762" y="1"/>
                    <a:pt x="1" y="762"/>
                    <a:pt x="1" y="1701"/>
                  </a:cubicBezTo>
                  <a:lnTo>
                    <a:pt x="1" y="13024"/>
                  </a:lnTo>
                  <a:cubicBezTo>
                    <a:pt x="1" y="13960"/>
                    <a:pt x="762" y="14720"/>
                    <a:pt x="1701" y="14720"/>
                  </a:cubicBezTo>
                  <a:lnTo>
                    <a:pt x="6613" y="14720"/>
                  </a:lnTo>
                  <a:lnTo>
                    <a:pt x="5859" y="16985"/>
                  </a:lnTo>
                  <a:lnTo>
                    <a:pt x="4002" y="16985"/>
                  </a:lnTo>
                  <a:cubicBezTo>
                    <a:pt x="3688" y="16985"/>
                    <a:pt x="3437" y="17239"/>
                    <a:pt x="3437" y="17553"/>
                  </a:cubicBezTo>
                  <a:cubicBezTo>
                    <a:pt x="3437" y="17864"/>
                    <a:pt x="3688" y="18117"/>
                    <a:pt x="4002" y="18117"/>
                  </a:cubicBezTo>
                  <a:lnTo>
                    <a:pt x="17628" y="18117"/>
                  </a:lnTo>
                  <a:cubicBezTo>
                    <a:pt x="18564" y="18117"/>
                    <a:pt x="19325" y="17356"/>
                    <a:pt x="19325" y="16420"/>
                  </a:cubicBezTo>
                  <a:lnTo>
                    <a:pt x="19325" y="1701"/>
                  </a:lnTo>
                  <a:cubicBezTo>
                    <a:pt x="19325" y="762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</p:grpSp>
      <p:grpSp>
        <p:nvGrpSpPr>
          <p:cNvPr id="204" name="Google Shape;204;p22"/>
          <p:cNvGrpSpPr/>
          <p:nvPr/>
        </p:nvGrpSpPr>
        <p:grpSpPr>
          <a:xfrm>
            <a:off x="330836" y="2387013"/>
            <a:ext cx="3789589" cy="1103532"/>
            <a:chOff x="1666788" y="2673044"/>
            <a:chExt cx="3220523" cy="937819"/>
          </a:xfrm>
        </p:grpSpPr>
        <p:sp>
          <p:nvSpPr>
            <p:cNvPr id="205" name="Google Shape;205;p22"/>
            <p:cNvSpPr/>
            <p:nvPr/>
          </p:nvSpPr>
          <p:spPr>
            <a:xfrm rot="-5400000">
              <a:off x="4012633" y="2736186"/>
              <a:ext cx="937819" cy="811536"/>
            </a:xfrm>
            <a:custGeom>
              <a:rect b="b" l="l" r="r" t="t"/>
              <a:pathLst>
                <a:path extrusionOk="0" h="8508" w="9834">
                  <a:moveTo>
                    <a:pt x="2425" y="1"/>
                  </a:moveTo>
                  <a:lnTo>
                    <a:pt x="1" y="4254"/>
                  </a:lnTo>
                  <a:lnTo>
                    <a:pt x="458" y="5077"/>
                  </a:lnTo>
                  <a:lnTo>
                    <a:pt x="2425" y="8507"/>
                  </a:lnTo>
                  <a:lnTo>
                    <a:pt x="7364" y="8507"/>
                  </a:lnTo>
                  <a:lnTo>
                    <a:pt x="9330" y="5077"/>
                  </a:lnTo>
                  <a:lnTo>
                    <a:pt x="9833" y="4254"/>
                  </a:lnTo>
                  <a:lnTo>
                    <a:pt x="7364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/>
            <p:nvPr/>
          </p:nvSpPr>
          <p:spPr>
            <a:xfrm rot="-5400000">
              <a:off x="4105887" y="2816885"/>
              <a:ext cx="751318" cy="650139"/>
            </a:xfrm>
            <a:custGeom>
              <a:rect b="b" l="l" r="r" t="t"/>
              <a:pathLst>
                <a:path extrusionOk="0" h="8508" w="9834">
                  <a:moveTo>
                    <a:pt x="2425" y="1"/>
                  </a:moveTo>
                  <a:lnTo>
                    <a:pt x="1" y="4254"/>
                  </a:lnTo>
                  <a:lnTo>
                    <a:pt x="458" y="5077"/>
                  </a:lnTo>
                  <a:lnTo>
                    <a:pt x="2425" y="8507"/>
                  </a:lnTo>
                  <a:lnTo>
                    <a:pt x="7364" y="8507"/>
                  </a:lnTo>
                  <a:lnTo>
                    <a:pt x="9330" y="5077"/>
                  </a:lnTo>
                  <a:lnTo>
                    <a:pt x="9833" y="4254"/>
                  </a:lnTo>
                  <a:lnTo>
                    <a:pt x="736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7" name="Google Shape;207;p22"/>
            <p:cNvCxnSpPr/>
            <p:nvPr/>
          </p:nvCxnSpPr>
          <p:spPr>
            <a:xfrm flipH="1">
              <a:off x="1666788" y="2914950"/>
              <a:ext cx="2409000" cy="305400"/>
            </a:xfrm>
            <a:prstGeom prst="bentConnector3">
              <a:avLst>
                <a:gd fmla="val 100059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8" name="Google Shape;208;p22"/>
            <p:cNvGrpSpPr/>
            <p:nvPr/>
          </p:nvGrpSpPr>
          <p:grpSpPr>
            <a:xfrm>
              <a:off x="4317638" y="2976566"/>
              <a:ext cx="327823" cy="328695"/>
              <a:chOff x="-1700225" y="2768875"/>
              <a:chExt cx="291450" cy="292225"/>
            </a:xfrm>
          </p:grpSpPr>
          <p:sp>
            <p:nvSpPr>
              <p:cNvPr id="209" name="Google Shape;209;p22"/>
              <p:cNvSpPr/>
              <p:nvPr/>
            </p:nvSpPr>
            <p:spPr>
              <a:xfrm>
                <a:off x="-1700225" y="2768875"/>
                <a:ext cx="291450" cy="292225"/>
              </a:xfrm>
              <a:custGeom>
                <a:rect b="b" l="l" r="r" t="t"/>
                <a:pathLst>
                  <a:path extrusionOk="0" h="11689" w="11658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2"/>
              <p:cNvSpPr/>
              <p:nvPr/>
            </p:nvSpPr>
            <p:spPr>
              <a:xfrm>
                <a:off x="-1667150" y="2801950"/>
                <a:ext cx="18150" cy="18150"/>
              </a:xfrm>
              <a:custGeom>
                <a:rect b="b" l="l" r="r" t="t"/>
                <a:pathLst>
                  <a:path extrusionOk="0" h="726" w="726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2"/>
              <p:cNvSpPr/>
              <p:nvPr/>
            </p:nvSpPr>
            <p:spPr>
              <a:xfrm>
                <a:off x="-1632500" y="2801950"/>
                <a:ext cx="17350" cy="18150"/>
              </a:xfrm>
              <a:custGeom>
                <a:rect b="b" l="l" r="r" t="t"/>
                <a:pathLst>
                  <a:path extrusionOk="0" h="726" w="694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2"/>
              <p:cNvSpPr/>
              <p:nvPr/>
            </p:nvSpPr>
            <p:spPr>
              <a:xfrm>
                <a:off x="-1597850" y="2801950"/>
                <a:ext cx="17375" cy="18150"/>
              </a:xfrm>
              <a:custGeom>
                <a:rect b="b" l="l" r="r" t="t"/>
                <a:pathLst>
                  <a:path extrusionOk="0" h="726" w="695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2"/>
              <p:cNvSpPr/>
              <p:nvPr/>
            </p:nvSpPr>
            <p:spPr>
              <a:xfrm>
                <a:off x="-1564750" y="2801950"/>
                <a:ext cx="120525" cy="18150"/>
              </a:xfrm>
              <a:custGeom>
                <a:rect b="b" l="l" r="r" t="t"/>
                <a:pathLst>
                  <a:path extrusionOk="0" h="726" w="4821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2"/>
              <p:cNvSpPr/>
              <p:nvPr/>
            </p:nvSpPr>
            <p:spPr>
              <a:xfrm>
                <a:off x="-1597850" y="2924050"/>
                <a:ext cx="85100" cy="85075"/>
              </a:xfrm>
              <a:custGeom>
                <a:rect b="b" l="l" r="r" t="t"/>
                <a:pathLst>
                  <a:path extrusionOk="0" h="3403" w="3404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5" name="Google Shape;215;p22"/>
          <p:cNvGrpSpPr/>
          <p:nvPr/>
        </p:nvGrpSpPr>
        <p:grpSpPr>
          <a:xfrm>
            <a:off x="2640415" y="1492532"/>
            <a:ext cx="3547089" cy="1103532"/>
            <a:chOff x="3629547" y="1912884"/>
            <a:chExt cx="3014438" cy="937819"/>
          </a:xfrm>
        </p:grpSpPr>
        <p:sp>
          <p:nvSpPr>
            <p:cNvPr id="216" name="Google Shape;216;p22"/>
            <p:cNvSpPr/>
            <p:nvPr/>
          </p:nvSpPr>
          <p:spPr>
            <a:xfrm rot="-5400000">
              <a:off x="3566405" y="1976026"/>
              <a:ext cx="937819" cy="811536"/>
            </a:xfrm>
            <a:custGeom>
              <a:rect b="b" l="l" r="r" t="t"/>
              <a:pathLst>
                <a:path extrusionOk="0" h="8508" w="9834">
                  <a:moveTo>
                    <a:pt x="2425" y="1"/>
                  </a:moveTo>
                  <a:lnTo>
                    <a:pt x="1" y="4254"/>
                  </a:lnTo>
                  <a:lnTo>
                    <a:pt x="458" y="5077"/>
                  </a:lnTo>
                  <a:lnTo>
                    <a:pt x="2425" y="8507"/>
                  </a:lnTo>
                  <a:lnTo>
                    <a:pt x="7364" y="8507"/>
                  </a:lnTo>
                  <a:lnTo>
                    <a:pt x="9330" y="5077"/>
                  </a:lnTo>
                  <a:lnTo>
                    <a:pt x="9833" y="4254"/>
                  </a:lnTo>
                  <a:lnTo>
                    <a:pt x="7364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2"/>
            <p:cNvSpPr/>
            <p:nvPr/>
          </p:nvSpPr>
          <p:spPr>
            <a:xfrm rot="-5400000">
              <a:off x="3659659" y="2056725"/>
              <a:ext cx="751318" cy="650139"/>
            </a:xfrm>
            <a:custGeom>
              <a:rect b="b" l="l" r="r" t="t"/>
              <a:pathLst>
                <a:path extrusionOk="0" h="8508" w="9834">
                  <a:moveTo>
                    <a:pt x="2425" y="1"/>
                  </a:moveTo>
                  <a:lnTo>
                    <a:pt x="1" y="4254"/>
                  </a:lnTo>
                  <a:lnTo>
                    <a:pt x="458" y="5077"/>
                  </a:lnTo>
                  <a:lnTo>
                    <a:pt x="2425" y="8507"/>
                  </a:lnTo>
                  <a:lnTo>
                    <a:pt x="7364" y="8507"/>
                  </a:lnTo>
                  <a:lnTo>
                    <a:pt x="9330" y="5077"/>
                  </a:lnTo>
                  <a:lnTo>
                    <a:pt x="9833" y="4254"/>
                  </a:lnTo>
                  <a:lnTo>
                    <a:pt x="736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8" name="Google Shape;218;p22"/>
            <p:cNvCxnSpPr/>
            <p:nvPr/>
          </p:nvCxnSpPr>
          <p:spPr>
            <a:xfrm>
              <a:off x="4441085" y="2146375"/>
              <a:ext cx="2202900" cy="298500"/>
            </a:xfrm>
            <a:prstGeom prst="bentConnector3">
              <a:avLst>
                <a:gd fmla="val 100054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19" name="Google Shape;219;p22"/>
            <p:cNvGrpSpPr/>
            <p:nvPr/>
          </p:nvGrpSpPr>
          <p:grpSpPr>
            <a:xfrm>
              <a:off x="3871403" y="2217441"/>
              <a:ext cx="327823" cy="328695"/>
              <a:chOff x="-1333200" y="2770450"/>
              <a:chExt cx="291450" cy="292225"/>
            </a:xfrm>
          </p:grpSpPr>
          <p:sp>
            <p:nvSpPr>
              <p:cNvPr id="220" name="Google Shape;220;p22"/>
              <p:cNvSpPr/>
              <p:nvPr/>
            </p:nvSpPr>
            <p:spPr>
              <a:xfrm>
                <a:off x="-1299325" y="2808250"/>
                <a:ext cx="222925" cy="134725"/>
              </a:xfrm>
              <a:custGeom>
                <a:rect b="b" l="l" r="r" t="t"/>
                <a:pathLst>
                  <a:path extrusionOk="0" h="5389" w="8917">
                    <a:moveTo>
                      <a:pt x="7877" y="631"/>
                    </a:moveTo>
                    <a:cubicBezTo>
                      <a:pt x="8066" y="631"/>
                      <a:pt x="8223" y="789"/>
                      <a:pt x="8223" y="978"/>
                    </a:cubicBezTo>
                    <a:cubicBezTo>
                      <a:pt x="8223" y="1167"/>
                      <a:pt x="8066" y="1324"/>
                      <a:pt x="7877" y="1324"/>
                    </a:cubicBezTo>
                    <a:cubicBezTo>
                      <a:pt x="7656" y="1324"/>
                      <a:pt x="7498" y="1167"/>
                      <a:pt x="7498" y="978"/>
                    </a:cubicBezTo>
                    <a:cubicBezTo>
                      <a:pt x="7498" y="789"/>
                      <a:pt x="7656" y="631"/>
                      <a:pt x="7877" y="631"/>
                    </a:cubicBezTo>
                    <a:close/>
                    <a:moveTo>
                      <a:pt x="3056" y="1293"/>
                    </a:moveTo>
                    <a:cubicBezTo>
                      <a:pt x="3245" y="1293"/>
                      <a:pt x="3403" y="1450"/>
                      <a:pt x="3403" y="1639"/>
                    </a:cubicBezTo>
                    <a:cubicBezTo>
                      <a:pt x="3403" y="1828"/>
                      <a:pt x="3245" y="1986"/>
                      <a:pt x="3056" y="1986"/>
                    </a:cubicBezTo>
                    <a:cubicBezTo>
                      <a:pt x="2867" y="1986"/>
                      <a:pt x="2710" y="1828"/>
                      <a:pt x="2710" y="1639"/>
                    </a:cubicBezTo>
                    <a:cubicBezTo>
                      <a:pt x="2741" y="1450"/>
                      <a:pt x="2899" y="1293"/>
                      <a:pt x="3056" y="1293"/>
                    </a:cubicBezTo>
                    <a:close/>
                    <a:moveTo>
                      <a:pt x="5797" y="3340"/>
                    </a:moveTo>
                    <a:cubicBezTo>
                      <a:pt x="6018" y="3340"/>
                      <a:pt x="6175" y="3498"/>
                      <a:pt x="6175" y="3687"/>
                    </a:cubicBezTo>
                    <a:cubicBezTo>
                      <a:pt x="6175" y="3876"/>
                      <a:pt x="6018" y="4034"/>
                      <a:pt x="5797" y="4034"/>
                    </a:cubicBezTo>
                    <a:cubicBezTo>
                      <a:pt x="5608" y="4034"/>
                      <a:pt x="5451" y="3876"/>
                      <a:pt x="5451" y="3687"/>
                    </a:cubicBezTo>
                    <a:cubicBezTo>
                      <a:pt x="5451" y="3498"/>
                      <a:pt x="5608" y="3340"/>
                      <a:pt x="5797" y="3340"/>
                    </a:cubicBezTo>
                    <a:close/>
                    <a:moveTo>
                      <a:pt x="1008" y="4034"/>
                    </a:moveTo>
                    <a:cubicBezTo>
                      <a:pt x="1198" y="4034"/>
                      <a:pt x="1355" y="4191"/>
                      <a:pt x="1355" y="4412"/>
                    </a:cubicBezTo>
                    <a:cubicBezTo>
                      <a:pt x="1355" y="4601"/>
                      <a:pt x="1198" y="4758"/>
                      <a:pt x="1008" y="4758"/>
                    </a:cubicBezTo>
                    <a:cubicBezTo>
                      <a:pt x="819" y="4758"/>
                      <a:pt x="662" y="4601"/>
                      <a:pt x="662" y="4412"/>
                    </a:cubicBezTo>
                    <a:cubicBezTo>
                      <a:pt x="662" y="4191"/>
                      <a:pt x="819" y="4034"/>
                      <a:pt x="1008" y="4034"/>
                    </a:cubicBezTo>
                    <a:close/>
                    <a:moveTo>
                      <a:pt x="7908" y="1"/>
                    </a:moveTo>
                    <a:cubicBezTo>
                      <a:pt x="7341" y="1"/>
                      <a:pt x="6868" y="474"/>
                      <a:pt x="6868" y="1009"/>
                    </a:cubicBezTo>
                    <a:cubicBezTo>
                      <a:pt x="6868" y="1198"/>
                      <a:pt x="6963" y="1419"/>
                      <a:pt x="7026" y="1576"/>
                    </a:cubicBezTo>
                    <a:lnTo>
                      <a:pt x="6112" y="2742"/>
                    </a:lnTo>
                    <a:cubicBezTo>
                      <a:pt x="6032" y="2722"/>
                      <a:pt x="5943" y="2711"/>
                      <a:pt x="5850" y="2711"/>
                    </a:cubicBezTo>
                    <a:cubicBezTo>
                      <a:pt x="5650" y="2711"/>
                      <a:pt x="5434" y="2760"/>
                      <a:pt x="5262" y="2868"/>
                    </a:cubicBezTo>
                    <a:lnTo>
                      <a:pt x="4096" y="1954"/>
                    </a:lnTo>
                    <a:cubicBezTo>
                      <a:pt x="4127" y="1891"/>
                      <a:pt x="4127" y="1765"/>
                      <a:pt x="4127" y="1639"/>
                    </a:cubicBezTo>
                    <a:cubicBezTo>
                      <a:pt x="4127" y="1104"/>
                      <a:pt x="3655" y="631"/>
                      <a:pt x="3088" y="631"/>
                    </a:cubicBezTo>
                    <a:cubicBezTo>
                      <a:pt x="2552" y="631"/>
                      <a:pt x="2080" y="1104"/>
                      <a:pt x="2080" y="1639"/>
                    </a:cubicBezTo>
                    <a:cubicBezTo>
                      <a:pt x="2080" y="1828"/>
                      <a:pt x="2143" y="2049"/>
                      <a:pt x="2237" y="2206"/>
                    </a:cubicBezTo>
                    <a:lnTo>
                      <a:pt x="1324" y="3372"/>
                    </a:lnTo>
                    <a:cubicBezTo>
                      <a:pt x="1261" y="3340"/>
                      <a:pt x="1134" y="3340"/>
                      <a:pt x="1008" y="3340"/>
                    </a:cubicBezTo>
                    <a:cubicBezTo>
                      <a:pt x="441" y="3340"/>
                      <a:pt x="0" y="3813"/>
                      <a:pt x="0" y="4349"/>
                    </a:cubicBezTo>
                    <a:cubicBezTo>
                      <a:pt x="0" y="4947"/>
                      <a:pt x="441" y="5388"/>
                      <a:pt x="1008" y="5388"/>
                    </a:cubicBezTo>
                    <a:cubicBezTo>
                      <a:pt x="1576" y="5388"/>
                      <a:pt x="2017" y="4916"/>
                      <a:pt x="2017" y="4349"/>
                    </a:cubicBezTo>
                    <a:cubicBezTo>
                      <a:pt x="2017" y="4160"/>
                      <a:pt x="1954" y="3971"/>
                      <a:pt x="1859" y="3813"/>
                    </a:cubicBezTo>
                    <a:lnTo>
                      <a:pt x="2773" y="2616"/>
                    </a:lnTo>
                    <a:cubicBezTo>
                      <a:pt x="2875" y="2650"/>
                      <a:pt x="2980" y="2667"/>
                      <a:pt x="3087" y="2667"/>
                    </a:cubicBezTo>
                    <a:cubicBezTo>
                      <a:pt x="3278" y="2667"/>
                      <a:pt x="3473" y="2611"/>
                      <a:pt x="3655" y="2490"/>
                    </a:cubicBezTo>
                    <a:lnTo>
                      <a:pt x="4821" y="3403"/>
                    </a:lnTo>
                    <a:cubicBezTo>
                      <a:pt x="4789" y="3498"/>
                      <a:pt x="4789" y="3624"/>
                      <a:pt x="4789" y="3719"/>
                    </a:cubicBezTo>
                    <a:cubicBezTo>
                      <a:pt x="4789" y="4286"/>
                      <a:pt x="5262" y="4758"/>
                      <a:pt x="5797" y="4758"/>
                    </a:cubicBezTo>
                    <a:cubicBezTo>
                      <a:pt x="6364" y="4758"/>
                      <a:pt x="6837" y="4286"/>
                      <a:pt x="6837" y="3719"/>
                    </a:cubicBezTo>
                    <a:cubicBezTo>
                      <a:pt x="6837" y="3529"/>
                      <a:pt x="6742" y="3340"/>
                      <a:pt x="6679" y="3183"/>
                    </a:cubicBezTo>
                    <a:lnTo>
                      <a:pt x="7593" y="1986"/>
                    </a:lnTo>
                    <a:cubicBezTo>
                      <a:pt x="7656" y="2049"/>
                      <a:pt x="7782" y="2049"/>
                      <a:pt x="7908" y="2049"/>
                    </a:cubicBezTo>
                    <a:cubicBezTo>
                      <a:pt x="8444" y="2049"/>
                      <a:pt x="8916" y="1576"/>
                      <a:pt x="8916" y="1009"/>
                    </a:cubicBezTo>
                    <a:cubicBezTo>
                      <a:pt x="8916" y="474"/>
                      <a:pt x="8444" y="1"/>
                      <a:pt x="79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2"/>
              <p:cNvSpPr/>
              <p:nvPr/>
            </p:nvSpPr>
            <p:spPr>
              <a:xfrm>
                <a:off x="-1333200" y="2770450"/>
                <a:ext cx="291450" cy="292225"/>
              </a:xfrm>
              <a:custGeom>
                <a:rect b="b" l="l" r="r" t="t"/>
                <a:pathLst>
                  <a:path extrusionOk="0" h="11689" w="11658">
                    <a:moveTo>
                      <a:pt x="10586" y="725"/>
                    </a:moveTo>
                    <a:cubicBezTo>
                      <a:pt x="10807" y="725"/>
                      <a:pt x="10964" y="883"/>
                      <a:pt x="10964" y="1072"/>
                    </a:cubicBezTo>
                    <a:lnTo>
                      <a:pt x="10964" y="7593"/>
                    </a:lnTo>
                    <a:lnTo>
                      <a:pt x="631" y="7593"/>
                    </a:lnTo>
                    <a:lnTo>
                      <a:pt x="631" y="1072"/>
                    </a:lnTo>
                    <a:cubicBezTo>
                      <a:pt x="662" y="883"/>
                      <a:pt x="820" y="725"/>
                      <a:pt x="977" y="725"/>
                    </a:cubicBezTo>
                    <a:close/>
                    <a:moveTo>
                      <a:pt x="10996" y="8286"/>
                    </a:moveTo>
                    <a:lnTo>
                      <a:pt x="10996" y="8633"/>
                    </a:lnTo>
                    <a:cubicBezTo>
                      <a:pt x="10996" y="8822"/>
                      <a:pt x="10838" y="8980"/>
                      <a:pt x="10618" y="8980"/>
                    </a:cubicBezTo>
                    <a:lnTo>
                      <a:pt x="1009" y="8980"/>
                    </a:lnTo>
                    <a:cubicBezTo>
                      <a:pt x="820" y="8980"/>
                      <a:pt x="662" y="8822"/>
                      <a:pt x="662" y="8633"/>
                    </a:cubicBezTo>
                    <a:lnTo>
                      <a:pt x="662" y="8286"/>
                    </a:lnTo>
                    <a:close/>
                    <a:moveTo>
                      <a:pt x="6617" y="9641"/>
                    </a:moveTo>
                    <a:lnTo>
                      <a:pt x="6932" y="11027"/>
                    </a:lnTo>
                    <a:lnTo>
                      <a:pt x="4632" y="11027"/>
                    </a:lnTo>
                    <a:lnTo>
                      <a:pt x="4947" y="9641"/>
                    </a:lnTo>
                    <a:close/>
                    <a:moveTo>
                      <a:pt x="1009" y="1"/>
                    </a:moveTo>
                    <a:cubicBezTo>
                      <a:pt x="473" y="1"/>
                      <a:pt x="1" y="473"/>
                      <a:pt x="1" y="1040"/>
                    </a:cubicBezTo>
                    <a:lnTo>
                      <a:pt x="1" y="8570"/>
                    </a:lnTo>
                    <a:cubicBezTo>
                      <a:pt x="1" y="9137"/>
                      <a:pt x="473" y="9610"/>
                      <a:pt x="1009" y="9610"/>
                    </a:cubicBezTo>
                    <a:lnTo>
                      <a:pt x="4285" y="9610"/>
                    </a:lnTo>
                    <a:lnTo>
                      <a:pt x="3970" y="10996"/>
                    </a:lnTo>
                    <a:lnTo>
                      <a:pt x="3057" y="10996"/>
                    </a:lnTo>
                    <a:cubicBezTo>
                      <a:pt x="2868" y="10996"/>
                      <a:pt x="2710" y="11153"/>
                      <a:pt x="2710" y="11342"/>
                    </a:cubicBezTo>
                    <a:cubicBezTo>
                      <a:pt x="2710" y="11531"/>
                      <a:pt x="2868" y="11689"/>
                      <a:pt x="3057" y="11689"/>
                    </a:cubicBezTo>
                    <a:lnTo>
                      <a:pt x="8538" y="11689"/>
                    </a:lnTo>
                    <a:cubicBezTo>
                      <a:pt x="8727" y="11689"/>
                      <a:pt x="8885" y="11531"/>
                      <a:pt x="8885" y="11342"/>
                    </a:cubicBezTo>
                    <a:cubicBezTo>
                      <a:pt x="8885" y="11153"/>
                      <a:pt x="8727" y="10996"/>
                      <a:pt x="8538" y="10996"/>
                    </a:cubicBezTo>
                    <a:lnTo>
                      <a:pt x="7625" y="10996"/>
                    </a:lnTo>
                    <a:lnTo>
                      <a:pt x="7310" y="9610"/>
                    </a:lnTo>
                    <a:lnTo>
                      <a:pt x="10618" y="9610"/>
                    </a:lnTo>
                    <a:cubicBezTo>
                      <a:pt x="11185" y="9610"/>
                      <a:pt x="11657" y="9137"/>
                      <a:pt x="11657" y="8570"/>
                    </a:cubicBezTo>
                    <a:lnTo>
                      <a:pt x="11657" y="1040"/>
                    </a:lnTo>
                    <a:cubicBezTo>
                      <a:pt x="11657" y="473"/>
                      <a:pt x="11185" y="1"/>
                      <a:pt x="106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2" name="Google Shape;222;p22"/>
          <p:cNvSpPr txBox="1"/>
          <p:nvPr/>
        </p:nvSpPr>
        <p:spPr>
          <a:xfrm>
            <a:off x="6971425" y="1775575"/>
            <a:ext cx="1956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&gt; </a:t>
            </a:r>
            <a:r>
              <a:rPr b="1" lang="es" sz="13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Weekly task rotations</a:t>
            </a:r>
            <a:endParaRPr b="1" sz="13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&gt; Agile-inspired sprints and MVP iteration</a:t>
            </a:r>
            <a:endParaRPr b="1" sz="13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&gt; Regular peer reviews and check-ins enabling rapid iteration and error handling.</a:t>
            </a:r>
            <a:endParaRPr b="1" sz="13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&gt; Handling of tasks and collaboration</a:t>
            </a:r>
            <a:endParaRPr b="1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23" name="Google Shape;223;p22"/>
          <p:cNvCxnSpPr/>
          <p:nvPr/>
        </p:nvCxnSpPr>
        <p:spPr>
          <a:xfrm>
            <a:off x="6724575" y="1487675"/>
            <a:ext cx="20100" cy="293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ctrTitle"/>
          </p:nvPr>
        </p:nvSpPr>
        <p:spPr>
          <a:xfrm flipH="1">
            <a:off x="6324200" y="507400"/>
            <a:ext cx="2070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ROADMAP</a:t>
            </a:r>
            <a:endParaRPr>
              <a:highlight>
                <a:srgbClr val="008275"/>
              </a:highlight>
            </a:endParaRPr>
          </a:p>
        </p:txBody>
      </p:sp>
      <p:sp>
        <p:nvSpPr>
          <p:cNvPr id="229" name="Google Shape;229;p23"/>
          <p:cNvSpPr txBox="1"/>
          <p:nvPr>
            <p:ph idx="4294967295" type="ctrTitle"/>
          </p:nvPr>
        </p:nvSpPr>
        <p:spPr>
          <a:xfrm>
            <a:off x="4047650" y="706900"/>
            <a:ext cx="17610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highlight>
                  <a:schemeClr val="dk2"/>
                </a:highlight>
              </a:rPr>
              <a:t>Requirements</a:t>
            </a:r>
            <a:endParaRPr sz="1800">
              <a:highlight>
                <a:schemeClr val="dk2"/>
              </a:highlight>
            </a:endParaRPr>
          </a:p>
        </p:txBody>
      </p:sp>
      <p:sp>
        <p:nvSpPr>
          <p:cNvPr id="230" name="Google Shape;230;p23"/>
          <p:cNvSpPr txBox="1"/>
          <p:nvPr>
            <p:ph idx="4294967295" type="subTitle"/>
          </p:nvPr>
        </p:nvSpPr>
        <p:spPr>
          <a:xfrm>
            <a:off x="2961675" y="973500"/>
            <a:ext cx="3407700" cy="6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highlight>
                  <a:srgbClr val="008275"/>
                </a:highlight>
              </a:rPr>
              <a:t>Centralized event discovery platform with filtering by date, time, name, and department</a:t>
            </a:r>
            <a:endParaRPr sz="1300">
              <a:highlight>
                <a:srgbClr val="008275"/>
              </a:highlight>
            </a:endParaRPr>
          </a:p>
        </p:txBody>
      </p:sp>
      <p:sp>
        <p:nvSpPr>
          <p:cNvPr id="231" name="Google Shape;231;p23"/>
          <p:cNvSpPr txBox="1"/>
          <p:nvPr>
            <p:ph idx="4294967295" type="ctrTitle"/>
          </p:nvPr>
        </p:nvSpPr>
        <p:spPr>
          <a:xfrm>
            <a:off x="6914775" y="1778200"/>
            <a:ext cx="15222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highlight>
                  <a:schemeClr val="dk2"/>
                </a:highlight>
              </a:rPr>
              <a:t>Specification</a:t>
            </a:r>
            <a:endParaRPr sz="1800">
              <a:highlight>
                <a:schemeClr val="dk2"/>
              </a:highlight>
            </a:endParaRPr>
          </a:p>
        </p:txBody>
      </p:sp>
      <p:sp>
        <p:nvSpPr>
          <p:cNvPr id="232" name="Google Shape;232;p23"/>
          <p:cNvSpPr txBox="1"/>
          <p:nvPr>
            <p:ph idx="4294967295" type="subTitle"/>
          </p:nvPr>
        </p:nvSpPr>
        <p:spPr>
          <a:xfrm>
            <a:off x="6410250" y="2077000"/>
            <a:ext cx="23265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300">
                <a:highlight>
                  <a:srgbClr val="008275"/>
                </a:highlight>
              </a:rPr>
              <a:t>JSON-based event schema; filtering logic; web scraping as initial data collection method</a:t>
            </a:r>
            <a:endParaRPr sz="1300">
              <a:highlight>
                <a:srgbClr val="008275"/>
              </a:highlight>
            </a:endParaRPr>
          </a:p>
        </p:txBody>
      </p:sp>
      <p:sp>
        <p:nvSpPr>
          <p:cNvPr id="233" name="Google Shape;233;p23"/>
          <p:cNvSpPr txBox="1"/>
          <p:nvPr>
            <p:ph idx="4294967295" type="ctrTitle"/>
          </p:nvPr>
        </p:nvSpPr>
        <p:spPr>
          <a:xfrm>
            <a:off x="2687125" y="1964500"/>
            <a:ext cx="7710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highlight>
                  <a:schemeClr val="dk2"/>
                </a:highlight>
              </a:rPr>
              <a:t>Design</a:t>
            </a:r>
            <a:endParaRPr sz="1800">
              <a:highlight>
                <a:schemeClr val="dk2"/>
              </a:highlight>
            </a:endParaRPr>
          </a:p>
        </p:txBody>
      </p:sp>
      <p:sp>
        <p:nvSpPr>
          <p:cNvPr id="234" name="Google Shape;234;p23"/>
          <p:cNvSpPr txBox="1"/>
          <p:nvPr>
            <p:ph idx="4294967295" type="subTitle"/>
          </p:nvPr>
        </p:nvSpPr>
        <p:spPr>
          <a:xfrm>
            <a:off x="1640025" y="2228950"/>
            <a:ext cx="26685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highlight>
                  <a:srgbClr val="008275"/>
                </a:highlight>
              </a:rPr>
              <a:t>Modular scrapers, filter-based UI, and JSON back-end pipeline</a:t>
            </a:r>
            <a:endParaRPr sz="1300">
              <a:highlight>
                <a:srgbClr val="008275"/>
              </a:highlight>
            </a:endParaRPr>
          </a:p>
        </p:txBody>
      </p:sp>
      <p:sp>
        <p:nvSpPr>
          <p:cNvPr id="235" name="Google Shape;235;p23"/>
          <p:cNvSpPr txBox="1"/>
          <p:nvPr>
            <p:ph idx="4294967295" type="ctrTitle"/>
          </p:nvPr>
        </p:nvSpPr>
        <p:spPr>
          <a:xfrm>
            <a:off x="126625" y="2869213"/>
            <a:ext cx="17130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highlight>
                  <a:schemeClr val="dk2"/>
                </a:highlight>
              </a:rPr>
              <a:t>Implementation</a:t>
            </a:r>
            <a:endParaRPr sz="1800">
              <a:highlight>
                <a:schemeClr val="dk2"/>
              </a:highlight>
            </a:endParaRPr>
          </a:p>
        </p:txBody>
      </p:sp>
      <p:sp>
        <p:nvSpPr>
          <p:cNvPr id="236" name="Google Shape;236;p23"/>
          <p:cNvSpPr txBox="1"/>
          <p:nvPr>
            <p:ph idx="4294967295" type="subTitle"/>
          </p:nvPr>
        </p:nvSpPr>
        <p:spPr>
          <a:xfrm>
            <a:off x="126625" y="3211623"/>
            <a:ext cx="2465100" cy="16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highlight>
                  <a:srgbClr val="008275"/>
                </a:highlight>
              </a:rPr>
              <a:t>&gt; Python-based scrapers (Comet Calendar)</a:t>
            </a:r>
            <a:endParaRPr sz="1300">
              <a:highlight>
                <a:srgbClr val="00827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highlight>
                  <a:srgbClr val="008275"/>
                </a:highlight>
              </a:rPr>
              <a:t>&gt; Dynamic website with event filtering</a:t>
            </a:r>
            <a:endParaRPr sz="1300">
              <a:highlight>
                <a:srgbClr val="00827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highlight>
                  <a:srgbClr val="008275"/>
                </a:highlight>
              </a:rPr>
              <a:t>&gt; Backend logic for data processing and duplicate elimination</a:t>
            </a:r>
            <a:endParaRPr sz="1300">
              <a:highlight>
                <a:srgbClr val="00827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highlight>
                <a:srgbClr val="00827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highlight>
                <a:srgbClr val="00827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highlight>
                <a:srgbClr val="008275"/>
              </a:highlight>
            </a:endParaRPr>
          </a:p>
        </p:txBody>
      </p:sp>
      <p:sp>
        <p:nvSpPr>
          <p:cNvPr id="237" name="Google Shape;237;p23"/>
          <p:cNvSpPr txBox="1"/>
          <p:nvPr>
            <p:ph idx="4294967295" type="ctrTitle"/>
          </p:nvPr>
        </p:nvSpPr>
        <p:spPr>
          <a:xfrm>
            <a:off x="4773575" y="3168025"/>
            <a:ext cx="2170200" cy="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highlight>
                  <a:schemeClr val="dk2"/>
                </a:highlight>
              </a:rPr>
              <a:t>Testing &amp; Iteration</a:t>
            </a:r>
            <a:endParaRPr sz="1800">
              <a:highlight>
                <a:schemeClr val="dk2"/>
              </a:highlight>
            </a:endParaRPr>
          </a:p>
        </p:txBody>
      </p:sp>
      <p:sp>
        <p:nvSpPr>
          <p:cNvPr id="238" name="Google Shape;238;p23"/>
          <p:cNvSpPr txBox="1"/>
          <p:nvPr>
            <p:ph idx="4294967295" type="subTitle"/>
          </p:nvPr>
        </p:nvSpPr>
        <p:spPr>
          <a:xfrm>
            <a:off x="4730450" y="3456425"/>
            <a:ext cx="2668500" cy="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highlight>
                  <a:srgbClr val="008275"/>
                </a:highlight>
              </a:rPr>
              <a:t>Manual testing of UI and scraper accuracy; agile MVP adjustments</a:t>
            </a:r>
            <a:endParaRPr sz="1000"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2159775" y="1523425"/>
            <a:ext cx="4146174" cy="2884236"/>
            <a:chOff x="2388375" y="1523425"/>
            <a:chExt cx="4146174" cy="2884236"/>
          </a:xfrm>
        </p:grpSpPr>
        <p:grpSp>
          <p:nvGrpSpPr>
            <p:cNvPr id="240" name="Google Shape;240;p23"/>
            <p:cNvGrpSpPr/>
            <p:nvPr/>
          </p:nvGrpSpPr>
          <p:grpSpPr>
            <a:xfrm>
              <a:off x="2388375" y="1523425"/>
              <a:ext cx="4146174" cy="2884236"/>
              <a:chOff x="2388375" y="1523425"/>
              <a:chExt cx="4146174" cy="2884236"/>
            </a:xfrm>
          </p:grpSpPr>
          <p:sp>
            <p:nvSpPr>
              <p:cNvPr id="241" name="Google Shape;241;p23"/>
              <p:cNvSpPr/>
              <p:nvPr/>
            </p:nvSpPr>
            <p:spPr>
              <a:xfrm rot="5400000">
                <a:off x="4924676" y="1720789"/>
                <a:ext cx="241614" cy="209428"/>
              </a:xfrm>
              <a:custGeom>
                <a:rect b="b" l="l" r="r" t="t"/>
                <a:pathLst>
                  <a:path extrusionOk="0" h="27693" w="31949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39215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2" name="Google Shape;242;p23"/>
              <p:cNvCxnSpPr/>
              <p:nvPr/>
            </p:nvCxnSpPr>
            <p:spPr>
              <a:xfrm>
                <a:off x="5045464" y="1523425"/>
                <a:ext cx="0" cy="18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diamond"/>
                <a:tailEnd len="med" w="med" type="none"/>
              </a:ln>
            </p:spPr>
          </p:cxnSp>
          <p:sp>
            <p:nvSpPr>
              <p:cNvPr id="243" name="Google Shape;243;p23"/>
              <p:cNvSpPr/>
              <p:nvPr/>
            </p:nvSpPr>
            <p:spPr>
              <a:xfrm rot="5400000">
                <a:off x="6309028" y="2311963"/>
                <a:ext cx="241614" cy="209428"/>
              </a:xfrm>
              <a:custGeom>
                <a:rect b="b" l="l" r="r" t="t"/>
                <a:pathLst>
                  <a:path extrusionOk="0" h="27693" w="31949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39215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3"/>
              <p:cNvSpPr/>
              <p:nvPr/>
            </p:nvSpPr>
            <p:spPr>
              <a:xfrm rot="5400000">
                <a:off x="5222104" y="4182140"/>
                <a:ext cx="241614" cy="209428"/>
              </a:xfrm>
              <a:custGeom>
                <a:rect b="b" l="l" r="r" t="t"/>
                <a:pathLst>
                  <a:path extrusionOk="0" h="27693" w="31949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39215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3"/>
              <p:cNvSpPr/>
              <p:nvPr/>
            </p:nvSpPr>
            <p:spPr>
              <a:xfrm rot="5400000">
                <a:off x="2597765" y="3554395"/>
                <a:ext cx="241614" cy="209428"/>
              </a:xfrm>
              <a:custGeom>
                <a:rect b="b" l="l" r="r" t="t"/>
                <a:pathLst>
                  <a:path extrusionOk="0" h="27693" w="31949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39215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3"/>
              <p:cNvSpPr/>
              <p:nvPr/>
            </p:nvSpPr>
            <p:spPr>
              <a:xfrm rot="5400000">
                <a:off x="3433899" y="2945028"/>
                <a:ext cx="241614" cy="209428"/>
              </a:xfrm>
              <a:custGeom>
                <a:rect b="b" l="l" r="r" t="t"/>
                <a:pathLst>
                  <a:path extrusionOk="0" h="27693" w="31949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39215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7" name="Google Shape;247;p23"/>
              <p:cNvCxnSpPr/>
              <p:nvPr/>
            </p:nvCxnSpPr>
            <p:spPr>
              <a:xfrm>
                <a:off x="3554714" y="2752425"/>
                <a:ext cx="0" cy="18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diamond"/>
                <a:tailEnd len="med" w="med" type="none"/>
              </a:ln>
            </p:spPr>
          </p:cxnSp>
          <p:cxnSp>
            <p:nvCxnSpPr>
              <p:cNvPr id="248" name="Google Shape;248;p23"/>
              <p:cNvCxnSpPr/>
              <p:nvPr/>
            </p:nvCxnSpPr>
            <p:spPr>
              <a:xfrm>
                <a:off x="2388375" y="3653263"/>
                <a:ext cx="217500" cy="11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diamond"/>
                <a:tailEnd len="med" w="med" type="none"/>
              </a:ln>
            </p:spPr>
          </p:cxnSp>
          <p:cxnSp>
            <p:nvCxnSpPr>
              <p:cNvPr id="249" name="Google Shape;249;p23"/>
              <p:cNvCxnSpPr/>
              <p:nvPr/>
            </p:nvCxnSpPr>
            <p:spPr>
              <a:xfrm>
                <a:off x="5344875" y="3986900"/>
                <a:ext cx="600" cy="179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diamond"/>
                <a:tailEnd len="med" w="med" type="none"/>
              </a:ln>
            </p:spPr>
          </p:cxnSp>
        </p:grpSp>
        <p:grpSp>
          <p:nvGrpSpPr>
            <p:cNvPr id="250" name="Google Shape;250;p23"/>
            <p:cNvGrpSpPr/>
            <p:nvPr/>
          </p:nvGrpSpPr>
          <p:grpSpPr>
            <a:xfrm>
              <a:off x="2691784" y="1805334"/>
              <a:ext cx="3761071" cy="2508044"/>
              <a:chOff x="2691784" y="1805334"/>
              <a:chExt cx="3761071" cy="2508044"/>
            </a:xfrm>
          </p:grpSpPr>
          <p:sp>
            <p:nvSpPr>
              <p:cNvPr id="251" name="Google Shape;251;p23"/>
              <p:cNvSpPr/>
              <p:nvPr/>
            </p:nvSpPr>
            <p:spPr>
              <a:xfrm>
                <a:off x="4306153" y="4266675"/>
                <a:ext cx="932050" cy="40353"/>
              </a:xfrm>
              <a:custGeom>
                <a:rect b="b" l="l" r="r" t="t"/>
                <a:pathLst>
                  <a:path extrusionOk="0" h="2706" w="10652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3"/>
              <p:cNvSpPr/>
              <p:nvPr/>
            </p:nvSpPr>
            <p:spPr>
              <a:xfrm>
                <a:off x="2691784" y="3762285"/>
                <a:ext cx="1916675" cy="544757"/>
              </a:xfrm>
              <a:custGeom>
                <a:rect b="b" l="l" r="r" t="t"/>
                <a:pathLst>
                  <a:path extrusionOk="0" h="36518" w="128485">
                    <a:moveTo>
                      <a:pt x="2706" y="1"/>
                    </a:moveTo>
                    <a:lnTo>
                      <a:pt x="1" y="326"/>
                    </a:lnTo>
                    <a:cubicBezTo>
                      <a:pt x="1461" y="10577"/>
                      <a:pt x="6547" y="19612"/>
                      <a:pt x="13850" y="26130"/>
                    </a:cubicBezTo>
                    <a:cubicBezTo>
                      <a:pt x="21288" y="32568"/>
                      <a:pt x="30999" y="36517"/>
                      <a:pt x="41575" y="36517"/>
                    </a:cubicBezTo>
                    <a:lnTo>
                      <a:pt x="128484" y="36517"/>
                    </a:lnTo>
                    <a:lnTo>
                      <a:pt x="128484" y="33812"/>
                    </a:lnTo>
                    <a:lnTo>
                      <a:pt x="41575" y="33812"/>
                    </a:lnTo>
                    <a:cubicBezTo>
                      <a:pt x="31675" y="33812"/>
                      <a:pt x="22641" y="30188"/>
                      <a:pt x="15662" y="24102"/>
                    </a:cubicBezTo>
                    <a:cubicBezTo>
                      <a:pt x="8792" y="18016"/>
                      <a:pt x="4058" y="9468"/>
                      <a:pt x="27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3"/>
              <p:cNvSpPr/>
              <p:nvPr/>
            </p:nvSpPr>
            <p:spPr>
              <a:xfrm>
                <a:off x="2695021" y="3035999"/>
                <a:ext cx="754960" cy="529407"/>
              </a:xfrm>
              <a:custGeom>
                <a:rect b="b" l="l" r="r" t="t"/>
                <a:pathLst>
                  <a:path extrusionOk="0" h="35489" w="50609">
                    <a:moveTo>
                      <a:pt x="41358" y="0"/>
                    </a:moveTo>
                    <a:cubicBezTo>
                      <a:pt x="30998" y="0"/>
                      <a:pt x="21423" y="3814"/>
                      <a:pt x="14093" y="10144"/>
                    </a:cubicBezTo>
                    <a:cubicBezTo>
                      <a:pt x="6762" y="16338"/>
                      <a:pt x="1596" y="25129"/>
                      <a:pt x="0" y="35029"/>
                    </a:cubicBezTo>
                    <a:lnTo>
                      <a:pt x="2597" y="35489"/>
                    </a:lnTo>
                    <a:cubicBezTo>
                      <a:pt x="4166" y="26238"/>
                      <a:pt x="9034" y="18015"/>
                      <a:pt x="15905" y="12173"/>
                    </a:cubicBezTo>
                    <a:cubicBezTo>
                      <a:pt x="22775" y="6303"/>
                      <a:pt x="31675" y="2705"/>
                      <a:pt x="41358" y="2705"/>
                    </a:cubicBezTo>
                    <a:lnTo>
                      <a:pt x="50609" y="2705"/>
                    </a:lnTo>
                    <a:lnTo>
                      <a:pt x="506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23"/>
              <p:cNvSpPr/>
              <p:nvPr/>
            </p:nvSpPr>
            <p:spPr>
              <a:xfrm>
                <a:off x="3661791" y="2531620"/>
                <a:ext cx="2791064" cy="544757"/>
              </a:xfrm>
              <a:custGeom>
                <a:rect b="b" l="l" r="r" t="t"/>
                <a:pathLst>
                  <a:path extrusionOk="0" h="36518" w="187100">
                    <a:moveTo>
                      <a:pt x="184395" y="1"/>
                    </a:moveTo>
                    <a:cubicBezTo>
                      <a:pt x="183150" y="9468"/>
                      <a:pt x="178309" y="17908"/>
                      <a:pt x="171438" y="23994"/>
                    </a:cubicBezTo>
                    <a:cubicBezTo>
                      <a:pt x="164432" y="30080"/>
                      <a:pt x="155425" y="33812"/>
                      <a:pt x="145498" y="33812"/>
                    </a:cubicBezTo>
                    <a:lnTo>
                      <a:pt x="1" y="33812"/>
                    </a:lnTo>
                    <a:lnTo>
                      <a:pt x="1" y="36517"/>
                    </a:lnTo>
                    <a:lnTo>
                      <a:pt x="145498" y="36517"/>
                    </a:lnTo>
                    <a:cubicBezTo>
                      <a:pt x="156101" y="36517"/>
                      <a:pt x="165785" y="32568"/>
                      <a:pt x="173223" y="26022"/>
                    </a:cubicBezTo>
                    <a:cubicBezTo>
                      <a:pt x="180554" y="19612"/>
                      <a:pt x="185747" y="10469"/>
                      <a:pt x="187100" y="326"/>
                    </a:cubicBezTo>
                    <a:lnTo>
                      <a:pt x="184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3"/>
              <p:cNvSpPr/>
              <p:nvPr/>
            </p:nvSpPr>
            <p:spPr>
              <a:xfrm>
                <a:off x="5153124" y="1805334"/>
                <a:ext cx="1294451" cy="512461"/>
              </a:xfrm>
              <a:custGeom>
                <a:rect b="b" l="l" r="r" t="t"/>
                <a:pathLst>
                  <a:path extrusionOk="0" h="34353" w="86774">
                    <a:moveTo>
                      <a:pt x="0" y="0"/>
                    </a:moveTo>
                    <a:lnTo>
                      <a:pt x="0" y="2705"/>
                    </a:lnTo>
                    <a:lnTo>
                      <a:pt x="45524" y="2705"/>
                    </a:lnTo>
                    <a:cubicBezTo>
                      <a:pt x="54991" y="2705"/>
                      <a:pt x="63674" y="6195"/>
                      <a:pt x="70545" y="11821"/>
                    </a:cubicBezTo>
                    <a:cubicBezTo>
                      <a:pt x="77415" y="17582"/>
                      <a:pt x="82284" y="25454"/>
                      <a:pt x="84177" y="34353"/>
                    </a:cubicBezTo>
                    <a:lnTo>
                      <a:pt x="86774" y="33920"/>
                    </a:lnTo>
                    <a:cubicBezTo>
                      <a:pt x="84854" y="24345"/>
                      <a:pt x="79579" y="15878"/>
                      <a:pt x="72249" y="9792"/>
                    </a:cubicBezTo>
                    <a:cubicBezTo>
                      <a:pt x="65027" y="3706"/>
                      <a:pt x="55668" y="0"/>
                      <a:pt x="45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3"/>
              <p:cNvSpPr/>
              <p:nvPr/>
            </p:nvSpPr>
            <p:spPr>
              <a:xfrm>
                <a:off x="2785807" y="1805334"/>
                <a:ext cx="2143839" cy="40367"/>
              </a:xfrm>
              <a:custGeom>
                <a:rect b="b" l="l" r="r" t="t"/>
                <a:pathLst>
                  <a:path extrusionOk="0" h="2706" w="143713">
                    <a:moveTo>
                      <a:pt x="0" y="0"/>
                    </a:moveTo>
                    <a:lnTo>
                      <a:pt x="0" y="2705"/>
                    </a:lnTo>
                    <a:lnTo>
                      <a:pt x="143712" y="2705"/>
                    </a:lnTo>
                    <a:lnTo>
                      <a:pt x="1437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3"/>
              <p:cNvSpPr/>
              <p:nvPr/>
            </p:nvSpPr>
            <p:spPr>
              <a:xfrm>
                <a:off x="5447628" y="4273025"/>
                <a:ext cx="932050" cy="40353"/>
              </a:xfrm>
              <a:custGeom>
                <a:rect b="b" l="l" r="r" t="t"/>
                <a:pathLst>
                  <a:path extrusionOk="0" h="2706" w="10652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258" name="Google Shape;258;p23"/>
          <p:cNvCxnSpPr/>
          <p:nvPr/>
        </p:nvCxnSpPr>
        <p:spPr>
          <a:xfrm flipH="1" rot="10800000">
            <a:off x="6302350" y="2399300"/>
            <a:ext cx="195300" cy="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/>
          <p:cNvSpPr txBox="1"/>
          <p:nvPr>
            <p:ph type="ctrTitle"/>
          </p:nvPr>
        </p:nvSpPr>
        <p:spPr>
          <a:xfrm flipH="1">
            <a:off x="-100" y="507400"/>
            <a:ext cx="83949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11B0A7"/>
                </a:highlight>
              </a:rPr>
              <a:t>FUTURE WORK</a:t>
            </a:r>
            <a:endParaRPr>
              <a:highlight>
                <a:srgbClr val="11B0A7"/>
              </a:highlight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1767875" y="1481000"/>
            <a:ext cx="5964000" cy="28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Condensed"/>
              <a:buChar char="●"/>
            </a:pPr>
            <a:r>
              <a:rPr lang="es" sz="1600">
                <a:solidFill>
                  <a:srgbClr val="FFFFFF"/>
                </a:solidFill>
                <a:highlight>
                  <a:srgbClr val="008275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Event Registration Link Integration</a:t>
            </a:r>
            <a:r>
              <a:rPr lang="es" sz="1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— Add RSVP buttons</a:t>
            </a:r>
            <a:endParaRPr sz="16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Condensed"/>
              <a:buChar char="●"/>
            </a:pPr>
            <a:r>
              <a:rPr lang="es" sz="1600">
                <a:solidFill>
                  <a:srgbClr val="FFFFFF"/>
                </a:solidFill>
                <a:highlight>
                  <a:srgbClr val="008275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Firebase/MongoDB Backend </a:t>
            </a:r>
            <a:r>
              <a:rPr lang="es" sz="1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— Persistent data and real-time updates</a:t>
            </a:r>
            <a:endParaRPr sz="16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Condensed"/>
              <a:buChar char="●"/>
            </a:pPr>
            <a:r>
              <a:rPr lang="es" sz="1600">
                <a:solidFill>
                  <a:srgbClr val="FFFFFF"/>
                </a:solidFill>
                <a:highlight>
                  <a:srgbClr val="008275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Facebook Event Integration </a:t>
            </a:r>
            <a:r>
              <a:rPr lang="es" sz="1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— Expand coverage to more UTD orgs</a:t>
            </a:r>
            <a:endParaRPr sz="16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Condensed"/>
              <a:buChar char="●"/>
            </a:pPr>
            <a:r>
              <a:rPr lang="es" sz="1600">
                <a:solidFill>
                  <a:srgbClr val="FFFFFF"/>
                </a:solidFill>
                <a:highlight>
                  <a:srgbClr val="008275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Admin Panel </a:t>
            </a:r>
            <a:r>
              <a:rPr lang="es" sz="1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— Verified manual submissions and moderation</a:t>
            </a:r>
            <a:endParaRPr sz="16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Condensed"/>
              <a:buChar char="●"/>
            </a:pPr>
            <a:r>
              <a:rPr lang="es" sz="1600">
                <a:solidFill>
                  <a:srgbClr val="FFFFFF"/>
                </a:solidFill>
                <a:highlight>
                  <a:srgbClr val="008275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Swipe-Based Mobile UI </a:t>
            </a:r>
            <a:r>
              <a:rPr lang="es" sz="1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— Personalized event discovery experience</a:t>
            </a:r>
            <a:endParaRPr sz="16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>
            <p:ph type="ctrTitle"/>
          </p:nvPr>
        </p:nvSpPr>
        <p:spPr>
          <a:xfrm flipH="1">
            <a:off x="749050" y="500825"/>
            <a:ext cx="19584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11B0A7"/>
                </a:highlight>
              </a:rPr>
              <a:t>DEMO</a:t>
            </a:r>
            <a:endParaRPr>
              <a:highlight>
                <a:srgbClr val="11B0A7"/>
              </a:highlight>
            </a:endParaRPr>
          </a:p>
        </p:txBody>
      </p:sp>
      <p:grpSp>
        <p:nvGrpSpPr>
          <p:cNvPr id="270" name="Google Shape;270;p25"/>
          <p:cNvGrpSpPr/>
          <p:nvPr/>
        </p:nvGrpSpPr>
        <p:grpSpPr>
          <a:xfrm>
            <a:off x="3819981" y="1909204"/>
            <a:ext cx="1504028" cy="1325087"/>
            <a:chOff x="-3137650" y="2067900"/>
            <a:chExt cx="291450" cy="256775"/>
          </a:xfrm>
        </p:grpSpPr>
        <p:sp>
          <p:nvSpPr>
            <p:cNvPr id="271" name="Google Shape;271;p25"/>
            <p:cNvSpPr/>
            <p:nvPr/>
          </p:nvSpPr>
          <p:spPr>
            <a:xfrm>
              <a:off x="-3137650" y="2067900"/>
              <a:ext cx="291450" cy="187475"/>
            </a:xfrm>
            <a:custGeom>
              <a:rect b="b" l="l" r="r" t="t"/>
              <a:pathLst>
                <a:path extrusionOk="0" h="7499" w="11658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-3137650" y="2273475"/>
              <a:ext cx="291450" cy="51200"/>
            </a:xfrm>
            <a:custGeom>
              <a:rect b="b" l="l" r="r" t="t"/>
              <a:pathLst>
                <a:path extrusionOk="0" h="2048" w="11658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-3035250" y="2103000"/>
              <a:ext cx="104000" cy="118500"/>
            </a:xfrm>
            <a:custGeom>
              <a:rect b="b" l="l" r="r" t="t"/>
              <a:pathLst>
                <a:path extrusionOk="0" h="4740" w="416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ctrTitle"/>
          </p:nvPr>
        </p:nvSpPr>
        <p:spPr>
          <a:xfrm flipH="1">
            <a:off x="1375550" y="3092475"/>
            <a:ext cx="6393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008275"/>
                </a:highlight>
              </a:rPr>
              <a:t>THANK YOU</a:t>
            </a:r>
            <a:endParaRPr>
              <a:highlight>
                <a:srgbClr val="008275"/>
              </a:highlight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2363850" y="3762975"/>
            <a:ext cx="44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UTD Event Hub</a:t>
            </a:r>
            <a:r>
              <a:rPr lang="es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a step toward </a:t>
            </a:r>
            <a:r>
              <a:rPr lang="es">
                <a:solidFill>
                  <a:schemeClr val="dk2"/>
                </a:solidFill>
                <a:highlight>
                  <a:srgbClr val="11B0A7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better campus engagement.</a:t>
            </a:r>
            <a:endParaRPr>
              <a:solidFill>
                <a:schemeClr val="dk2"/>
              </a:solidFill>
              <a:highlight>
                <a:srgbClr val="11B0A7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F9FEA5"/>
      </a:dk1>
      <a:lt1>
        <a:srgbClr val="11B0A7"/>
      </a:lt1>
      <a:dk2>
        <a:srgbClr val="FFFFFF"/>
      </a:dk2>
      <a:lt2>
        <a:srgbClr val="EFEFEF"/>
      </a:lt2>
      <a:accent1>
        <a:srgbClr val="D9D9D9"/>
      </a:accent1>
      <a:accent2>
        <a:srgbClr val="CCCCCC"/>
      </a:accent2>
      <a:accent3>
        <a:srgbClr val="F9FEA5"/>
      </a:accent3>
      <a:accent4>
        <a:srgbClr val="11B0A7"/>
      </a:accent4>
      <a:accent5>
        <a:srgbClr val="FFFF66"/>
      </a:accent5>
      <a:accent6>
        <a:srgbClr val="EFEFE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